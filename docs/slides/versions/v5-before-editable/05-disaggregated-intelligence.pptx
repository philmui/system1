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are outlined vector artwork. The source SVG assets keep editable source text; speaker notes remain editable PowerPoint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typesafe.ai/manifesto" TargetMode="External"/><Relationship Id="rId6" Type="http://schemas.openxmlformats.org/officeDocument/2006/relationships/hyperlink" Target="https://www.langchain.com/blog/building-prod-with-jev-and-langgraph" TargetMode="External"/><Relationship Id="rId1" Type="http://schemas.openxmlformats.org/officeDocument/2006/relationships/image" Target="../media/image-1-1.png"/><Relationship Id="rId2" Type="http://schemas.openxmlformats.org/officeDocument/2006/relationships/image" Target="../media/image-1-2.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www.langchain.com/blog/building-prod-with-jev-and-langgraph" TargetMode="External"/><Relationship Id="rId1" Type="http://schemas.openxmlformats.org/officeDocument/2006/relationships/image" Target="../media/component-s06-frame.png"/><Relationship Id="rId2" Type="http://schemas.openxmlformats.org/officeDocument/2006/relationships/image" Target="../media/component-s06-frame.svg"/><Relationship Id="rId6" Type="http://schemas.openxmlformats.org/officeDocument/2006/relationships/slideLayout" Target="../slideLayouts/slideLayout1.xml"/><Relationship Id="rId7" Type="http://schemas.openxmlformats.org/officeDocument/2006/relationships/notesSlide" Target="../notesSlides/notesSlide6.xml"/><Relationship Id="rId8" Type="http://schemas.openxmlformats.org/officeDocument/2006/relationships/image" Target="../media/component-s06-o001.png"/><Relationship Id="rId9" Type="http://schemas.openxmlformats.org/officeDocument/2006/relationships/image" Target="../media/component-s06-o001.svg"/><Relationship Id="rId10" Type="http://schemas.openxmlformats.org/officeDocument/2006/relationships/image" Target="../media/component-s06-o002.png"/><Relationship Id="rId11" Type="http://schemas.openxmlformats.org/officeDocument/2006/relationships/image" Target="../media/component-s06-o002.svg"/><Relationship Id="rId12" Type="http://schemas.openxmlformats.org/officeDocument/2006/relationships/image" Target="../media/component-s06-o003.png"/><Relationship Id="rId13" Type="http://schemas.openxmlformats.org/officeDocument/2006/relationships/image" Target="../media/component-s06-o003.svg"/><Relationship Id="rId14" Type="http://schemas.openxmlformats.org/officeDocument/2006/relationships/image" Target="../media/component-s06-o004.png"/><Relationship Id="rId15" Type="http://schemas.openxmlformats.org/officeDocument/2006/relationships/image" Target="../media/component-s06-o004.svg"/><Relationship Id="rId16" Type="http://schemas.openxmlformats.org/officeDocument/2006/relationships/image" Target="../media/component-s06-o005.png"/><Relationship Id="rId17" Type="http://schemas.openxmlformats.org/officeDocument/2006/relationships/image" Target="../media/component-s06-o005.svg"/><Relationship Id="rId18" Type="http://schemas.openxmlformats.org/officeDocument/2006/relationships/image" Target="../media/component-s06-o006.png"/><Relationship Id="rId19" Type="http://schemas.openxmlformats.org/officeDocument/2006/relationships/image" Target="../media/component-s06-o006.svg"/><Relationship Id="rId20" Type="http://schemas.openxmlformats.org/officeDocument/2006/relationships/image" Target="../media/component-s06-o007.png"/><Relationship Id="rId21" Type="http://schemas.openxmlformats.org/officeDocument/2006/relationships/image" Target="../media/component-s06-o007.svg"/><Relationship Id="rId22" Type="http://schemas.openxmlformats.org/officeDocument/2006/relationships/image" Target="../media/component-s06-o008.png"/><Relationship Id="rId23" Type="http://schemas.openxmlformats.org/officeDocument/2006/relationships/image" Target="../media/component-s06-o008.svg"/><Relationship Id="rId24" Type="http://schemas.openxmlformats.org/officeDocument/2006/relationships/image" Target="../media/component-s06-o009.png"/><Relationship Id="rId25" Type="http://schemas.openxmlformats.org/officeDocument/2006/relationships/image" Target="../media/component-s06-o009.svg"/><Relationship Id="rId26" Type="http://schemas.openxmlformats.org/officeDocument/2006/relationships/image" Target="../media/component-s06-o010.png"/><Relationship Id="rId27" Type="http://schemas.openxmlformats.org/officeDocument/2006/relationships/image" Target="../media/component-s06-o010.svg"/><Relationship Id="rId28" Type="http://schemas.openxmlformats.org/officeDocument/2006/relationships/image" Target="../media/component-s06-o011.png"/><Relationship Id="rId29" Type="http://schemas.openxmlformats.org/officeDocument/2006/relationships/image" Target="../media/component-s06-o011.svg"/><Relationship Id="rId30" Type="http://schemas.openxmlformats.org/officeDocument/2006/relationships/image" Target="../media/component-s06-o012.png"/><Relationship Id="rId31" Type="http://schemas.openxmlformats.org/officeDocument/2006/relationships/image" Target="../media/component-s06-o012.svg"/><Relationship Id="rId32" Type="http://schemas.openxmlformats.org/officeDocument/2006/relationships/image" Target="../media/component-s06-o013.png"/><Relationship Id="rId33" Type="http://schemas.openxmlformats.org/officeDocument/2006/relationships/image" Target="../media/component-s06-o013.svg"/><Relationship Id="rId34" Type="http://schemas.openxmlformats.org/officeDocument/2006/relationships/image" Target="../media/component-s06-o014.png"/><Relationship Id="rId35" Type="http://schemas.openxmlformats.org/officeDocument/2006/relationships/image" Target="../media/component-s06-o014.svg"/><Relationship Id="rId36" Type="http://schemas.openxmlformats.org/officeDocument/2006/relationships/image" Target="../media/component-s06-o015.png"/><Relationship Id="rId37" Type="http://schemas.openxmlformats.org/officeDocument/2006/relationships/image" Target="../media/component-s06-o015.svg"/><Relationship Id="rId38" Type="http://schemas.openxmlformats.org/officeDocument/2006/relationships/image" Target="../media/component-s06-o016.png"/><Relationship Id="rId39" Type="http://schemas.openxmlformats.org/officeDocument/2006/relationships/image" Target="../media/component-s06-o016.svg"/><Relationship Id="rId40" Type="http://schemas.openxmlformats.org/officeDocument/2006/relationships/image" Target="../media/component-s06-o017.png"/><Relationship Id="rId41" Type="http://schemas.openxmlformats.org/officeDocument/2006/relationships/image" Target="../media/component-s06-o017.svg"/><Relationship Id="rId42" Type="http://schemas.openxmlformats.org/officeDocument/2006/relationships/image" Target="../media/component-s06-o018.png"/><Relationship Id="rId43" Type="http://schemas.openxmlformats.org/officeDocument/2006/relationships/image" Target="../media/component-s06-o018.svg"/><Relationship Id="rId44" Type="http://schemas.openxmlformats.org/officeDocument/2006/relationships/image" Target="../media/component-s06-o019.png"/><Relationship Id="rId45" Type="http://schemas.openxmlformats.org/officeDocument/2006/relationships/image" Target="../media/component-s06-o019.svg"/><Relationship Id="rId46" Type="http://schemas.openxmlformats.org/officeDocument/2006/relationships/image" Target="../media/component-s06-o020.png"/><Relationship Id="rId47" Type="http://schemas.openxmlformats.org/officeDocument/2006/relationships/image" Target="../media/component-s06-o020.svg"/><Relationship Id="rId48" Type="http://schemas.openxmlformats.org/officeDocument/2006/relationships/image" Target="../media/component-s06-o021.png"/><Relationship Id="rId49" Type="http://schemas.openxmlformats.org/officeDocument/2006/relationships/image" Target="../media/component-s06-o021.svg"/><Relationship Id="rId50" Type="http://schemas.openxmlformats.org/officeDocument/2006/relationships/image" Target="../media/component-s06-o022.png"/><Relationship Id="rId51" Type="http://schemas.openxmlformats.org/officeDocument/2006/relationships/image" Target="../media/component-s06-o022.svg"/><Relationship Id="rId52" Type="http://schemas.openxmlformats.org/officeDocument/2006/relationships/image" Target="../media/component-s06-o023.png"/><Relationship Id="rId53" Type="http://schemas.openxmlformats.org/officeDocument/2006/relationships/image" Target="../media/component-s06-o023.svg"/><Relationship Id="rId54" Type="http://schemas.openxmlformats.org/officeDocument/2006/relationships/image" Target="../media/component-s06-o024.png"/><Relationship Id="rId55" Type="http://schemas.openxmlformats.org/officeDocument/2006/relationships/image" Target="../media/component-s06-o024.svg"/><Relationship Id="rId56" Type="http://schemas.openxmlformats.org/officeDocument/2006/relationships/image" Target="../media/component-s06-o025.png"/><Relationship Id="rId57" Type="http://schemas.openxmlformats.org/officeDocument/2006/relationships/image" Target="../media/component-s06-o025.svg"/><Relationship Id="rId58" Type="http://schemas.openxmlformats.org/officeDocument/2006/relationships/image" Target="../media/component-s06-o026.png"/><Relationship Id="rId59" Type="http://schemas.openxmlformats.org/officeDocument/2006/relationships/image" Target="../media/component-s06-o026.svg"/><Relationship Id="rId60" Type="http://schemas.openxmlformats.org/officeDocument/2006/relationships/image" Target="../media/component-s06-o027.png"/><Relationship Id="rId61" Type="http://schemas.openxmlformats.org/officeDocument/2006/relationships/image" Target="../media/component-s06-o027.svg"/><Relationship Id="rId62" Type="http://schemas.openxmlformats.org/officeDocument/2006/relationships/image" Target="../media/component-s06-o028.png"/><Relationship Id="rId63" Type="http://schemas.openxmlformats.org/officeDocument/2006/relationships/image" Target="../media/component-s06-o028.svg"/><Relationship Id="rId64" Type="http://schemas.openxmlformats.org/officeDocument/2006/relationships/image" Target="../media/component-s06-o029.png"/><Relationship Id="rId65" Type="http://schemas.openxmlformats.org/officeDocument/2006/relationships/image" Target="../media/component-s06-o029.svg"/><Relationship Id="rId66" Type="http://schemas.openxmlformats.org/officeDocument/2006/relationships/image" Target="../media/component-s06-o030.png"/><Relationship Id="rId67" Type="http://schemas.openxmlformats.org/officeDocument/2006/relationships/image" Target="../media/component-s06-o030.svg"/><Relationship Id="rId68" Type="http://schemas.openxmlformats.org/officeDocument/2006/relationships/image" Target="../media/component-s06-o031.png"/><Relationship Id="rId69" Type="http://schemas.openxmlformats.org/officeDocument/2006/relationships/image" Target="../media/component-s06-o031.svg"/><Relationship Id="rId70" Type="http://schemas.openxmlformats.org/officeDocument/2006/relationships/image" Target="../media/component-s06-o032.png"/><Relationship Id="rId71" Type="http://schemas.openxmlformats.org/officeDocument/2006/relationships/image" Target="../media/component-s06-o032.svg"/><Relationship Id="rId72" Type="http://schemas.openxmlformats.org/officeDocument/2006/relationships/image" Target="../media/component-s06-o033.png"/><Relationship Id="rId73" Type="http://schemas.openxmlformats.org/officeDocument/2006/relationships/image" Target="../media/component-s06-o033.svg"/><Relationship Id="rId74" Type="http://schemas.openxmlformats.org/officeDocument/2006/relationships/image" Target="../media/component-s06-o034.png"/><Relationship Id="rId75" Type="http://schemas.openxmlformats.org/officeDocument/2006/relationships/image" Target="../media/component-s06-o034.svg"/><Relationship Id="rId76" Type="http://schemas.openxmlformats.org/officeDocument/2006/relationships/image" Target="../media/component-s06-o035.png"/><Relationship Id="rId77" Type="http://schemas.openxmlformats.org/officeDocument/2006/relationships/image" Target="../media/component-s06-o035.svg"/><Relationship Id="rId78" Type="http://schemas.openxmlformats.org/officeDocument/2006/relationships/image" Target="../media/component-s06-o036.png"/><Relationship Id="rId79" Type="http://schemas.openxmlformats.org/officeDocument/2006/relationships/image" Target="../media/component-s06-o036.svg"/><Relationship Id="rId80" Type="http://schemas.openxmlformats.org/officeDocument/2006/relationships/image" Target="../media/component-s06-o037.png"/><Relationship Id="rId81" Type="http://schemas.openxmlformats.org/officeDocument/2006/relationships/image" Target="../media/component-s06-o037.svg"/><Relationship Id="rId82" Type="http://schemas.openxmlformats.org/officeDocument/2006/relationships/image" Target="../media/component-s06-o038.png"/><Relationship Id="rId83" Type="http://schemas.openxmlformats.org/officeDocument/2006/relationships/image" Target="../media/component-s06-o038.svg"/><Relationship Id="rId84" Type="http://schemas.openxmlformats.org/officeDocument/2006/relationships/image" Target="../media/component-s06-o039.png"/><Relationship Id="rId85" Type="http://schemas.openxmlformats.org/officeDocument/2006/relationships/image" Target="../media/component-s06-o039.svg"/><Relationship Id="rId86" Type="http://schemas.openxmlformats.org/officeDocument/2006/relationships/image" Target="../media/component-s06-o040.png"/><Relationship Id="rId87" Type="http://schemas.openxmlformats.org/officeDocument/2006/relationships/image" Target="../media/component-s06-o040.svg"/><Relationship Id="rId88" Type="http://schemas.openxmlformats.org/officeDocument/2006/relationships/image" Target="../media/component-s06-o041.png"/><Relationship Id="rId89" Type="http://schemas.openxmlformats.org/officeDocument/2006/relationships/image" Target="../media/component-s06-o041.svg"/><Relationship Id="rId90" Type="http://schemas.openxmlformats.org/officeDocument/2006/relationships/image" Target="../media/component-s06-o042.png"/><Relationship Id="rId91" Type="http://schemas.openxmlformats.org/officeDocument/2006/relationships/image" Target="../media/component-s06-o042.svg"/><Relationship Id="rId92" Type="http://schemas.openxmlformats.org/officeDocument/2006/relationships/image" Target="../media/component-s06-o043.png"/><Relationship Id="rId93" Type="http://schemas.openxmlformats.org/officeDocument/2006/relationships/image" Target="../media/component-s06-o043.svg"/><Relationship Id="rId94" Type="http://schemas.openxmlformats.org/officeDocument/2006/relationships/image" Target="../media/component-s06-o044.png"/><Relationship Id="rId95" Type="http://schemas.openxmlformats.org/officeDocument/2006/relationships/image" Target="../media/component-s06-o044.svg"/><Relationship Id="rId96" Type="http://schemas.openxmlformats.org/officeDocument/2006/relationships/image" Target="../media/component-s06-o045.png"/><Relationship Id="rId97" Type="http://schemas.openxmlformats.org/officeDocument/2006/relationships/image" Target="../media/component-s06-o045.svg"/><Relationship Id="rId98" Type="http://schemas.openxmlformats.org/officeDocument/2006/relationships/image" Target="../media/component-s06-o046.png"/><Relationship Id="rId99" Type="http://schemas.openxmlformats.org/officeDocument/2006/relationships/image" Target="../media/component-s06-o046.svg"/><Relationship Id="rId100" Type="http://schemas.openxmlformats.org/officeDocument/2006/relationships/image" Target="../media/component-s06-o047.png"/><Relationship Id="rId101" Type="http://schemas.openxmlformats.org/officeDocument/2006/relationships/image" Target="../media/component-s06-o047.svg"/><Relationship Id="rId102" Type="http://schemas.openxmlformats.org/officeDocument/2006/relationships/image" Target="../media/component-s06-o048.png"/><Relationship Id="rId103" Type="http://schemas.openxmlformats.org/officeDocument/2006/relationships/image" Target="../media/component-s06-o048.svg"/><Relationship Id="rId104" Type="http://schemas.openxmlformats.org/officeDocument/2006/relationships/image" Target="../media/component-s06-o049.png"/><Relationship Id="rId105" Type="http://schemas.openxmlformats.org/officeDocument/2006/relationships/image" Target="../media/component-s06-o049.svg"/><Relationship Id="rId106" Type="http://schemas.openxmlformats.org/officeDocument/2006/relationships/image" Target="../media/component-s06-o050.png"/><Relationship Id="rId107" Type="http://schemas.openxmlformats.org/officeDocument/2006/relationships/image" Target="../media/component-s06-o050.svg"/><Relationship Id="rId108" Type="http://schemas.openxmlformats.org/officeDocument/2006/relationships/image" Target="../media/component-s06-o051.png"/><Relationship Id="rId109" Type="http://schemas.openxmlformats.org/officeDocument/2006/relationships/image" Target="../media/component-s06-o051.svg"/></Relationships>
</file>

<file path=ppt/slides/_rels/slide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patterns/intent-routing" TargetMode="External"/><Relationship Id="rId1" Type="http://schemas.openxmlformats.org/officeDocument/2006/relationships/image" Target="../media/component-s07-frame.png"/><Relationship Id="rId2" Type="http://schemas.openxmlformats.org/officeDocument/2006/relationships/image" Target="../media/component-s07-frame.svg"/><Relationship Id="rId6" Type="http://schemas.openxmlformats.org/officeDocument/2006/relationships/slideLayout" Target="../slideLayouts/slideLayout1.xml"/><Relationship Id="rId7" Type="http://schemas.openxmlformats.org/officeDocument/2006/relationships/notesSlide" Target="../notesSlides/notesSlide7.xml"/><Relationship Id="rId8" Type="http://schemas.openxmlformats.org/officeDocument/2006/relationships/image" Target="../media/component-s07-o001.png"/><Relationship Id="rId9" Type="http://schemas.openxmlformats.org/officeDocument/2006/relationships/image" Target="../media/component-s07-o001.svg"/><Relationship Id="rId10" Type="http://schemas.openxmlformats.org/officeDocument/2006/relationships/image" Target="../media/component-s07-o002.png"/><Relationship Id="rId11" Type="http://schemas.openxmlformats.org/officeDocument/2006/relationships/image" Target="../media/component-s07-o002.svg"/><Relationship Id="rId12" Type="http://schemas.openxmlformats.org/officeDocument/2006/relationships/image" Target="../media/component-s07-o003.png"/><Relationship Id="rId13" Type="http://schemas.openxmlformats.org/officeDocument/2006/relationships/image" Target="../media/component-s07-o003.svg"/><Relationship Id="rId14" Type="http://schemas.openxmlformats.org/officeDocument/2006/relationships/image" Target="../media/component-s07-o004.png"/><Relationship Id="rId15" Type="http://schemas.openxmlformats.org/officeDocument/2006/relationships/image" Target="../media/component-s07-o004.svg"/><Relationship Id="rId16" Type="http://schemas.openxmlformats.org/officeDocument/2006/relationships/image" Target="../media/component-s07-o005.png"/><Relationship Id="rId17" Type="http://schemas.openxmlformats.org/officeDocument/2006/relationships/image" Target="../media/component-s07-o005.svg"/><Relationship Id="rId18" Type="http://schemas.openxmlformats.org/officeDocument/2006/relationships/image" Target="../media/component-s07-o006.png"/><Relationship Id="rId19" Type="http://schemas.openxmlformats.org/officeDocument/2006/relationships/image" Target="../media/component-s07-o006.svg"/><Relationship Id="rId20" Type="http://schemas.openxmlformats.org/officeDocument/2006/relationships/image" Target="../media/component-s07-o007.png"/><Relationship Id="rId21" Type="http://schemas.openxmlformats.org/officeDocument/2006/relationships/image" Target="../media/component-s07-o007.svg"/><Relationship Id="rId22" Type="http://schemas.openxmlformats.org/officeDocument/2006/relationships/image" Target="../media/component-s07-o008.png"/><Relationship Id="rId23" Type="http://schemas.openxmlformats.org/officeDocument/2006/relationships/image" Target="../media/component-s07-o008.svg"/><Relationship Id="rId24" Type="http://schemas.openxmlformats.org/officeDocument/2006/relationships/image" Target="../media/component-s07-o009.png"/><Relationship Id="rId25" Type="http://schemas.openxmlformats.org/officeDocument/2006/relationships/image" Target="../media/component-s07-o009.svg"/><Relationship Id="rId26" Type="http://schemas.openxmlformats.org/officeDocument/2006/relationships/image" Target="../media/component-s07-o010.png"/><Relationship Id="rId27" Type="http://schemas.openxmlformats.org/officeDocument/2006/relationships/image" Target="../media/component-s07-o010.svg"/><Relationship Id="rId28" Type="http://schemas.openxmlformats.org/officeDocument/2006/relationships/image" Target="../media/component-s07-o011.png"/><Relationship Id="rId29" Type="http://schemas.openxmlformats.org/officeDocument/2006/relationships/image" Target="../media/component-s07-o011.svg"/><Relationship Id="rId30" Type="http://schemas.openxmlformats.org/officeDocument/2006/relationships/image" Target="../media/component-s07-o012.png"/><Relationship Id="rId31" Type="http://schemas.openxmlformats.org/officeDocument/2006/relationships/image" Target="../media/component-s07-o012.svg"/><Relationship Id="rId32" Type="http://schemas.openxmlformats.org/officeDocument/2006/relationships/image" Target="../media/component-s07-o013.png"/><Relationship Id="rId33" Type="http://schemas.openxmlformats.org/officeDocument/2006/relationships/image" Target="../media/component-s07-o013.svg"/><Relationship Id="rId34" Type="http://schemas.openxmlformats.org/officeDocument/2006/relationships/image" Target="../media/component-s07-o014.png"/><Relationship Id="rId35" Type="http://schemas.openxmlformats.org/officeDocument/2006/relationships/image" Target="../media/component-s07-o014.svg"/><Relationship Id="rId36" Type="http://schemas.openxmlformats.org/officeDocument/2006/relationships/image" Target="../media/component-s07-o015.png"/><Relationship Id="rId37" Type="http://schemas.openxmlformats.org/officeDocument/2006/relationships/image" Target="../media/component-s07-o015.svg"/><Relationship Id="rId38" Type="http://schemas.openxmlformats.org/officeDocument/2006/relationships/image" Target="../media/component-s07-o016.png"/><Relationship Id="rId39" Type="http://schemas.openxmlformats.org/officeDocument/2006/relationships/image" Target="../media/component-s07-o016.svg"/><Relationship Id="rId40" Type="http://schemas.openxmlformats.org/officeDocument/2006/relationships/image" Target="../media/component-s07-o017.png"/><Relationship Id="rId41" Type="http://schemas.openxmlformats.org/officeDocument/2006/relationships/image" Target="../media/component-s07-o017.svg"/><Relationship Id="rId42" Type="http://schemas.openxmlformats.org/officeDocument/2006/relationships/image" Target="../media/component-s07-o018.png"/><Relationship Id="rId43" Type="http://schemas.openxmlformats.org/officeDocument/2006/relationships/image" Target="../media/component-s07-o018.svg"/><Relationship Id="rId44" Type="http://schemas.openxmlformats.org/officeDocument/2006/relationships/image" Target="../media/component-s07-o019.png"/><Relationship Id="rId45" Type="http://schemas.openxmlformats.org/officeDocument/2006/relationships/image" Target="../media/component-s07-o019.svg"/><Relationship Id="rId46" Type="http://schemas.openxmlformats.org/officeDocument/2006/relationships/image" Target="../media/component-s07-o020.png"/><Relationship Id="rId47" Type="http://schemas.openxmlformats.org/officeDocument/2006/relationships/image" Target="../media/component-s07-o020.svg"/><Relationship Id="rId48" Type="http://schemas.openxmlformats.org/officeDocument/2006/relationships/image" Target="../media/component-s07-o021.png"/><Relationship Id="rId49" Type="http://schemas.openxmlformats.org/officeDocument/2006/relationships/image" Target="../media/component-s07-o021.svg"/><Relationship Id="rId50" Type="http://schemas.openxmlformats.org/officeDocument/2006/relationships/image" Target="../media/component-s07-o022.png"/><Relationship Id="rId51" Type="http://schemas.openxmlformats.org/officeDocument/2006/relationships/image" Target="../media/component-s07-o022.svg"/><Relationship Id="rId52" Type="http://schemas.openxmlformats.org/officeDocument/2006/relationships/image" Target="../media/component-s07-o023.png"/><Relationship Id="rId53" Type="http://schemas.openxmlformats.org/officeDocument/2006/relationships/image" Target="../media/component-s07-o023.svg"/><Relationship Id="rId54" Type="http://schemas.openxmlformats.org/officeDocument/2006/relationships/image" Target="../media/component-s07-o024.png"/><Relationship Id="rId55" Type="http://schemas.openxmlformats.org/officeDocument/2006/relationships/image" Target="../media/component-s07-o024.svg"/><Relationship Id="rId56" Type="http://schemas.openxmlformats.org/officeDocument/2006/relationships/image" Target="../media/component-s07-o025.png"/><Relationship Id="rId57" Type="http://schemas.openxmlformats.org/officeDocument/2006/relationships/image" Target="../media/component-s07-o025.svg"/><Relationship Id="rId58" Type="http://schemas.openxmlformats.org/officeDocument/2006/relationships/image" Target="../media/component-s07-o026.png"/><Relationship Id="rId59" Type="http://schemas.openxmlformats.org/officeDocument/2006/relationships/image" Target="../media/component-s07-o026.svg"/><Relationship Id="rId60" Type="http://schemas.openxmlformats.org/officeDocument/2006/relationships/image" Target="../media/component-s07-o027.png"/><Relationship Id="rId61" Type="http://schemas.openxmlformats.org/officeDocument/2006/relationships/image" Target="../media/component-s07-o027.svg"/><Relationship Id="rId62" Type="http://schemas.openxmlformats.org/officeDocument/2006/relationships/image" Target="../media/component-s07-o028.png"/><Relationship Id="rId63" Type="http://schemas.openxmlformats.org/officeDocument/2006/relationships/image" Target="../media/component-s07-o028.svg"/><Relationship Id="rId64" Type="http://schemas.openxmlformats.org/officeDocument/2006/relationships/image" Target="../media/component-s07-o029.png"/><Relationship Id="rId65" Type="http://schemas.openxmlformats.org/officeDocument/2006/relationships/image" Target="../media/component-s07-o029.svg"/><Relationship Id="rId66" Type="http://schemas.openxmlformats.org/officeDocument/2006/relationships/image" Target="../media/component-s07-o030.png"/><Relationship Id="rId67" Type="http://schemas.openxmlformats.org/officeDocument/2006/relationships/image" Target="../media/component-s07-o030.svg"/><Relationship Id="rId68" Type="http://schemas.openxmlformats.org/officeDocument/2006/relationships/image" Target="../media/component-s07-o031.png"/><Relationship Id="rId69" Type="http://schemas.openxmlformats.org/officeDocument/2006/relationships/image" Target="../media/component-s07-o031.svg"/><Relationship Id="rId70" Type="http://schemas.openxmlformats.org/officeDocument/2006/relationships/image" Target="../media/component-s07-o032.png"/><Relationship Id="rId71" Type="http://schemas.openxmlformats.org/officeDocument/2006/relationships/image" Target="../media/component-s07-o032.svg"/><Relationship Id="rId72" Type="http://schemas.openxmlformats.org/officeDocument/2006/relationships/image" Target="../media/component-s07-o033.png"/><Relationship Id="rId73" Type="http://schemas.openxmlformats.org/officeDocument/2006/relationships/image" Target="../media/component-s07-o033.svg"/><Relationship Id="rId74" Type="http://schemas.openxmlformats.org/officeDocument/2006/relationships/image" Target="../media/component-s07-o034.png"/><Relationship Id="rId75" Type="http://schemas.openxmlformats.org/officeDocument/2006/relationships/image" Target="../media/component-s07-o034.svg"/><Relationship Id="rId76" Type="http://schemas.openxmlformats.org/officeDocument/2006/relationships/image" Target="../media/component-s07-o035.png"/><Relationship Id="rId77" Type="http://schemas.openxmlformats.org/officeDocument/2006/relationships/image" Target="../media/component-s07-o035.svg"/><Relationship Id="rId78" Type="http://schemas.openxmlformats.org/officeDocument/2006/relationships/image" Target="../media/component-s07-o036.png"/><Relationship Id="rId79" Type="http://schemas.openxmlformats.org/officeDocument/2006/relationships/image" Target="../media/component-s07-o036.svg"/><Relationship Id="rId80" Type="http://schemas.openxmlformats.org/officeDocument/2006/relationships/image" Target="../media/component-s07-o037.png"/><Relationship Id="rId81" Type="http://schemas.openxmlformats.org/officeDocument/2006/relationships/image" Target="../media/component-s07-o037.svg"/><Relationship Id="rId82" Type="http://schemas.openxmlformats.org/officeDocument/2006/relationships/image" Target="../media/component-s07-o038.png"/><Relationship Id="rId83" Type="http://schemas.openxmlformats.org/officeDocument/2006/relationships/image" Target="../media/component-s07-o038.svg"/><Relationship Id="rId84" Type="http://schemas.openxmlformats.org/officeDocument/2006/relationships/image" Target="../media/component-s07-o039.png"/><Relationship Id="rId85" Type="http://schemas.openxmlformats.org/officeDocument/2006/relationships/image" Target="../media/component-s07-o039.svg"/><Relationship Id="rId86" Type="http://schemas.openxmlformats.org/officeDocument/2006/relationships/image" Target="../media/component-s07-o040.png"/><Relationship Id="rId87" Type="http://schemas.openxmlformats.org/officeDocument/2006/relationships/image" Target="../media/component-s07-o040.svg"/><Relationship Id="rId88" Type="http://schemas.openxmlformats.org/officeDocument/2006/relationships/image" Target="../media/component-s07-o041.png"/><Relationship Id="rId89" Type="http://schemas.openxmlformats.org/officeDocument/2006/relationships/image" Target="../media/component-s07-o041.svg"/><Relationship Id="rId90" Type="http://schemas.openxmlformats.org/officeDocument/2006/relationships/image" Target="../media/component-s07-o042.png"/><Relationship Id="rId91" Type="http://schemas.openxmlformats.org/officeDocument/2006/relationships/image" Target="../media/component-s07-o042.svg"/><Relationship Id="rId92" Type="http://schemas.openxmlformats.org/officeDocument/2006/relationships/image" Target="../media/component-s07-o043.png"/><Relationship Id="rId93" Type="http://schemas.openxmlformats.org/officeDocument/2006/relationships/image" Target="../media/component-s07-o043.svg"/><Relationship Id="rId94" Type="http://schemas.openxmlformats.org/officeDocument/2006/relationships/image" Target="../media/component-s07-o044.png"/><Relationship Id="rId95" Type="http://schemas.openxmlformats.org/officeDocument/2006/relationships/image" Target="../media/component-s07-o044.svg"/><Relationship Id="rId96" Type="http://schemas.openxmlformats.org/officeDocument/2006/relationships/image" Target="../media/component-s07-o045.png"/><Relationship Id="rId97" Type="http://schemas.openxmlformats.org/officeDocument/2006/relationships/image" Target="../media/component-s07-o045.svg"/><Relationship Id="rId98" Type="http://schemas.openxmlformats.org/officeDocument/2006/relationships/image" Target="../media/component-s07-o046.png"/><Relationship Id="rId99" Type="http://schemas.openxmlformats.org/officeDocument/2006/relationships/image" Target="../media/component-s07-o046.svg"/><Relationship Id="rId100" Type="http://schemas.openxmlformats.org/officeDocument/2006/relationships/image" Target="../media/component-s07-o047.png"/><Relationship Id="rId101" Type="http://schemas.openxmlformats.org/officeDocument/2006/relationships/image" Target="../media/component-s07-o047.svg"/><Relationship Id="rId102" Type="http://schemas.openxmlformats.org/officeDocument/2006/relationships/image" Target="../media/component-s07-o048.png"/><Relationship Id="rId103" Type="http://schemas.openxmlformats.org/officeDocument/2006/relationships/image" Target="../media/component-s07-o048.svg"/><Relationship Id="rId104" Type="http://schemas.openxmlformats.org/officeDocument/2006/relationships/image" Target="../media/component-s07-o049.png"/><Relationship Id="rId105" Type="http://schemas.openxmlformats.org/officeDocument/2006/relationships/image" Target="../media/component-s07-o049.svg"/><Relationship Id="rId106" Type="http://schemas.openxmlformats.org/officeDocument/2006/relationships/image" Target="../media/component-s07-o050.png"/><Relationship Id="rId107" Type="http://schemas.openxmlformats.org/officeDocument/2006/relationships/image" Target="../media/component-s07-o050.svg"/><Relationship Id="rId108" Type="http://schemas.openxmlformats.org/officeDocument/2006/relationships/image" Target="../media/component-s07-o051.png"/><Relationship Id="rId109" Type="http://schemas.openxmlformats.org/officeDocument/2006/relationships/image" Target="../media/component-s07-o051.svg"/><Relationship Id="rId110" Type="http://schemas.openxmlformats.org/officeDocument/2006/relationships/image" Target="../media/component-s07-o052.png"/><Relationship Id="rId111" Type="http://schemas.openxmlformats.org/officeDocument/2006/relationships/image" Target="../media/component-s07-o052.svg"/><Relationship Id="rId112" Type="http://schemas.openxmlformats.org/officeDocument/2006/relationships/image" Target="../media/component-s07-o053.png"/><Relationship Id="rId113" Type="http://schemas.openxmlformats.org/officeDocument/2006/relationships/image" Target="../media/component-s07-o053.svg"/><Relationship Id="rId114" Type="http://schemas.openxmlformats.org/officeDocument/2006/relationships/image" Target="../media/component-s07-o054.png"/><Relationship Id="rId115" Type="http://schemas.openxmlformats.org/officeDocument/2006/relationships/image" Target="../media/component-s07-o054.svg"/><Relationship Id="rId116" Type="http://schemas.openxmlformats.org/officeDocument/2006/relationships/image" Target="../media/component-s07-o055.png"/><Relationship Id="rId117" Type="http://schemas.openxmlformats.org/officeDocument/2006/relationships/image" Target="../media/component-s07-o055.svg"/></Relationships>
</file>

<file path=ppt/slides/_rels/slide8.xml.rels><?xml version="1.0" encoding="UTF-8" standalone="yes"?>
<Relationships xmlns="http://schemas.openxmlformats.org/package/2006/relationships"><Relationship Id="rId3" Type="http://schemas.openxmlformats.org/officeDocument/2006/relationships/hyperlink" Target="https://docs.typesafe.ai/patterns/intent-rout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component-s08-frame.png"/><Relationship Id="rId2" Type="http://schemas.openxmlformats.org/officeDocument/2006/relationships/image" Target="../media/component-s08-frame.svg"/><Relationship Id="rId5" Type="http://schemas.openxmlformats.org/officeDocument/2006/relationships/slideLayout" Target="../slideLayouts/slideLayout1.xml"/><Relationship Id="rId6" Type="http://schemas.openxmlformats.org/officeDocument/2006/relationships/notesSlide" Target="../notesSlides/notesSlide8.xml"/><Relationship Id="rId7" Type="http://schemas.openxmlformats.org/officeDocument/2006/relationships/image" Target="../media/component-s08-o001.png"/><Relationship Id="rId8" Type="http://schemas.openxmlformats.org/officeDocument/2006/relationships/image" Target="../media/component-s08-o001.svg"/><Relationship Id="rId9" Type="http://schemas.openxmlformats.org/officeDocument/2006/relationships/image" Target="../media/component-s08-o002.png"/><Relationship Id="rId10" Type="http://schemas.openxmlformats.org/officeDocument/2006/relationships/image" Target="../media/component-s08-o002.svg"/><Relationship Id="rId11" Type="http://schemas.openxmlformats.org/officeDocument/2006/relationships/image" Target="../media/component-s08-o003.png"/><Relationship Id="rId12" Type="http://schemas.openxmlformats.org/officeDocument/2006/relationships/image" Target="../media/component-s08-o003.svg"/><Relationship Id="rId13" Type="http://schemas.openxmlformats.org/officeDocument/2006/relationships/image" Target="../media/component-s08-o004.png"/><Relationship Id="rId14" Type="http://schemas.openxmlformats.org/officeDocument/2006/relationships/image" Target="../media/component-s08-o004.svg"/><Relationship Id="rId15" Type="http://schemas.openxmlformats.org/officeDocument/2006/relationships/image" Target="../media/component-s08-o005.png"/><Relationship Id="rId16" Type="http://schemas.openxmlformats.org/officeDocument/2006/relationships/image" Target="../media/component-s08-o005.svg"/><Relationship Id="rId17" Type="http://schemas.openxmlformats.org/officeDocument/2006/relationships/image" Target="../media/component-s08-o006.png"/><Relationship Id="rId18" Type="http://schemas.openxmlformats.org/officeDocument/2006/relationships/image" Target="../media/component-s08-o006.svg"/><Relationship Id="rId19" Type="http://schemas.openxmlformats.org/officeDocument/2006/relationships/image" Target="../media/component-s08-o007.png"/><Relationship Id="rId20" Type="http://schemas.openxmlformats.org/officeDocument/2006/relationships/image" Target="../media/component-s08-o007.svg"/><Relationship Id="rId21" Type="http://schemas.openxmlformats.org/officeDocument/2006/relationships/image" Target="../media/component-s08-o008.png"/><Relationship Id="rId22" Type="http://schemas.openxmlformats.org/officeDocument/2006/relationships/image" Target="../media/component-s08-o008.svg"/><Relationship Id="rId23" Type="http://schemas.openxmlformats.org/officeDocument/2006/relationships/image" Target="../media/component-s08-o009.png"/><Relationship Id="rId24" Type="http://schemas.openxmlformats.org/officeDocument/2006/relationships/image" Target="../media/component-s08-o009.svg"/><Relationship Id="rId25" Type="http://schemas.openxmlformats.org/officeDocument/2006/relationships/image" Target="../media/component-s08-o010.png"/><Relationship Id="rId26" Type="http://schemas.openxmlformats.org/officeDocument/2006/relationships/image" Target="../media/component-s08-o010.svg"/><Relationship Id="rId27" Type="http://schemas.openxmlformats.org/officeDocument/2006/relationships/image" Target="../media/component-s08-o011.png"/><Relationship Id="rId28" Type="http://schemas.openxmlformats.org/officeDocument/2006/relationships/image" Target="../media/component-s08-o011.svg"/><Relationship Id="rId29" Type="http://schemas.openxmlformats.org/officeDocument/2006/relationships/image" Target="../media/component-s08-o012.png"/><Relationship Id="rId30" Type="http://schemas.openxmlformats.org/officeDocument/2006/relationships/image" Target="../media/component-s08-o012.svg"/><Relationship Id="rId31" Type="http://schemas.openxmlformats.org/officeDocument/2006/relationships/image" Target="../media/component-s08-o013.png"/><Relationship Id="rId32" Type="http://schemas.openxmlformats.org/officeDocument/2006/relationships/image" Target="../media/component-s08-o013.svg"/><Relationship Id="rId33" Type="http://schemas.openxmlformats.org/officeDocument/2006/relationships/image" Target="../media/component-s08-o014.png"/><Relationship Id="rId34" Type="http://schemas.openxmlformats.org/officeDocument/2006/relationships/image" Target="../media/component-s08-o014.svg"/><Relationship Id="rId35" Type="http://schemas.openxmlformats.org/officeDocument/2006/relationships/image" Target="../media/component-s08-o015.png"/><Relationship Id="rId36" Type="http://schemas.openxmlformats.org/officeDocument/2006/relationships/image" Target="../media/component-s08-o015.svg"/><Relationship Id="rId37" Type="http://schemas.openxmlformats.org/officeDocument/2006/relationships/image" Target="../media/component-s08-o016.png"/><Relationship Id="rId38" Type="http://schemas.openxmlformats.org/officeDocument/2006/relationships/image" Target="../media/component-s08-o016.svg"/><Relationship Id="rId39" Type="http://schemas.openxmlformats.org/officeDocument/2006/relationships/image" Target="../media/component-s08-o017.png"/><Relationship Id="rId40" Type="http://schemas.openxmlformats.org/officeDocument/2006/relationships/image" Target="../media/component-s08-o017.svg"/><Relationship Id="rId41" Type="http://schemas.openxmlformats.org/officeDocument/2006/relationships/image" Target="../media/component-s08-o018.png"/><Relationship Id="rId42" Type="http://schemas.openxmlformats.org/officeDocument/2006/relationships/image" Target="../media/component-s08-o018.svg"/><Relationship Id="rId43" Type="http://schemas.openxmlformats.org/officeDocument/2006/relationships/image" Target="../media/component-s08-o019.png"/><Relationship Id="rId44" Type="http://schemas.openxmlformats.org/officeDocument/2006/relationships/image" Target="../media/component-s08-o019.svg"/><Relationship Id="rId45" Type="http://schemas.openxmlformats.org/officeDocument/2006/relationships/image" Target="../media/component-s08-o020.png"/><Relationship Id="rId46" Type="http://schemas.openxmlformats.org/officeDocument/2006/relationships/image" Target="../media/component-s08-o020.svg"/><Relationship Id="rId47" Type="http://schemas.openxmlformats.org/officeDocument/2006/relationships/image" Target="../media/component-s08-o021.png"/><Relationship Id="rId48" Type="http://schemas.openxmlformats.org/officeDocument/2006/relationships/image" Target="../media/component-s08-o021.svg"/><Relationship Id="rId49" Type="http://schemas.openxmlformats.org/officeDocument/2006/relationships/image" Target="../media/component-s08-o022.png"/><Relationship Id="rId50" Type="http://schemas.openxmlformats.org/officeDocument/2006/relationships/image" Target="../media/component-s08-o022.svg"/><Relationship Id="rId51" Type="http://schemas.openxmlformats.org/officeDocument/2006/relationships/image" Target="../media/component-s08-o023.png"/><Relationship Id="rId52" Type="http://schemas.openxmlformats.org/officeDocument/2006/relationships/image" Target="../media/component-s08-o023.svg"/><Relationship Id="rId53" Type="http://schemas.openxmlformats.org/officeDocument/2006/relationships/image" Target="../media/component-s08-o024.png"/><Relationship Id="rId54" Type="http://schemas.openxmlformats.org/officeDocument/2006/relationships/image" Target="../media/component-s08-o024.svg"/><Relationship Id="rId55" Type="http://schemas.openxmlformats.org/officeDocument/2006/relationships/image" Target="../media/component-s08-o025.png"/><Relationship Id="rId56" Type="http://schemas.openxmlformats.org/officeDocument/2006/relationships/image" Target="../media/component-s08-o025.svg"/><Relationship Id="rId57" Type="http://schemas.openxmlformats.org/officeDocument/2006/relationships/image" Target="../media/component-s08-o026.png"/><Relationship Id="rId58" Type="http://schemas.openxmlformats.org/officeDocument/2006/relationships/image" Target="../media/component-s08-o026.svg"/><Relationship Id="rId59" Type="http://schemas.openxmlformats.org/officeDocument/2006/relationships/image" Target="../media/component-s08-o027.png"/><Relationship Id="rId60" Type="http://schemas.openxmlformats.org/officeDocument/2006/relationships/image" Target="../media/component-s08-o027.svg"/><Relationship Id="rId61" Type="http://schemas.openxmlformats.org/officeDocument/2006/relationships/image" Target="../media/component-s08-o028.png"/><Relationship Id="rId62" Type="http://schemas.openxmlformats.org/officeDocument/2006/relationships/image" Target="../media/component-s08-o028.svg"/><Relationship Id="rId63" Type="http://schemas.openxmlformats.org/officeDocument/2006/relationships/image" Target="../media/component-s08-o029.png"/><Relationship Id="rId64" Type="http://schemas.openxmlformats.org/officeDocument/2006/relationships/image" Target="../media/component-s08-o029.svg"/><Relationship Id="rId65" Type="http://schemas.openxmlformats.org/officeDocument/2006/relationships/image" Target="../media/component-s08-o030.png"/><Relationship Id="rId66" Type="http://schemas.openxmlformats.org/officeDocument/2006/relationships/image" Target="../media/component-s08-o030.svg"/><Relationship Id="rId67" Type="http://schemas.openxmlformats.org/officeDocument/2006/relationships/image" Target="../media/component-s08-o031.png"/><Relationship Id="rId68" Type="http://schemas.openxmlformats.org/officeDocument/2006/relationships/image" Target="../media/component-s08-o031.svg"/><Relationship Id="rId69" Type="http://schemas.openxmlformats.org/officeDocument/2006/relationships/image" Target="../media/component-s08-o032.png"/><Relationship Id="rId70" Type="http://schemas.openxmlformats.org/officeDocument/2006/relationships/image" Target="../media/component-s08-o032.svg"/><Relationship Id="rId71" Type="http://schemas.openxmlformats.org/officeDocument/2006/relationships/image" Target="../media/component-s08-o033.png"/><Relationship Id="rId72" Type="http://schemas.openxmlformats.org/officeDocument/2006/relationships/image" Target="../media/component-s08-o033.svg"/><Relationship Id="rId73" Type="http://schemas.openxmlformats.org/officeDocument/2006/relationships/image" Target="../media/component-s08-o034.png"/><Relationship Id="rId74" Type="http://schemas.openxmlformats.org/officeDocument/2006/relationships/image" Target="../media/component-s08-o034.svg"/><Relationship Id="rId75" Type="http://schemas.openxmlformats.org/officeDocument/2006/relationships/image" Target="../media/component-s08-o035.png"/><Relationship Id="rId76" Type="http://schemas.openxmlformats.org/officeDocument/2006/relationships/image" Target="../media/component-s08-o035.svg"/><Relationship Id="rId77" Type="http://schemas.openxmlformats.org/officeDocument/2006/relationships/image" Target="../media/component-s08-o036.png"/><Relationship Id="rId78" Type="http://schemas.openxmlformats.org/officeDocument/2006/relationships/image" Target="../media/component-s08-o036.svg"/><Relationship Id="rId79" Type="http://schemas.openxmlformats.org/officeDocument/2006/relationships/image" Target="../media/component-s08-o037.png"/><Relationship Id="rId80" Type="http://schemas.openxmlformats.org/officeDocument/2006/relationships/image" Target="../media/component-s08-o037.svg"/><Relationship Id="rId81" Type="http://schemas.openxmlformats.org/officeDocument/2006/relationships/image" Target="../media/component-s08-o038.png"/><Relationship Id="rId82" Type="http://schemas.openxmlformats.org/officeDocument/2006/relationships/image" Target="../media/component-s08-o038.svg"/><Relationship Id="rId83" Type="http://schemas.openxmlformats.org/officeDocument/2006/relationships/image" Target="../media/component-s08-o039.png"/><Relationship Id="rId84" Type="http://schemas.openxmlformats.org/officeDocument/2006/relationships/image" Target="../media/component-s08-o039.svg"/><Relationship Id="rId85" Type="http://schemas.openxmlformats.org/officeDocument/2006/relationships/image" Target="../media/component-s08-o040.png"/><Relationship Id="rId86" Type="http://schemas.openxmlformats.org/officeDocument/2006/relationships/image" Target="../media/component-s08-o040.svg"/><Relationship Id="rId87" Type="http://schemas.openxmlformats.org/officeDocument/2006/relationships/image" Target="../media/component-s08-o041.png"/><Relationship Id="rId88" Type="http://schemas.openxmlformats.org/officeDocument/2006/relationships/image" Target="../media/component-s08-o041.svg"/><Relationship Id="rId89" Type="http://schemas.openxmlformats.org/officeDocument/2006/relationships/image" Target="../media/component-s08-o042.png"/><Relationship Id="rId90" Type="http://schemas.openxmlformats.org/officeDocument/2006/relationships/image" Target="../media/component-s08-o042.svg"/><Relationship Id="rId91" Type="http://schemas.openxmlformats.org/officeDocument/2006/relationships/image" Target="../media/component-s08-o043.png"/><Relationship Id="rId92" Type="http://schemas.openxmlformats.org/officeDocument/2006/relationships/image" Target="../media/component-s08-o043.svg"/><Relationship Id="rId93" Type="http://schemas.openxmlformats.org/officeDocument/2006/relationships/image" Target="../media/component-s08-o044.png"/><Relationship Id="rId94" Type="http://schemas.openxmlformats.org/officeDocument/2006/relationships/image" Target="../media/component-s08-o044.svg"/><Relationship Id="rId95" Type="http://schemas.openxmlformats.org/officeDocument/2006/relationships/image" Target="../media/component-s08-o045.png"/><Relationship Id="rId96" Type="http://schemas.openxmlformats.org/officeDocument/2006/relationships/image" Target="../media/component-s08-o045.svg"/><Relationship Id="rId97" Type="http://schemas.openxmlformats.org/officeDocument/2006/relationships/image" Target="../media/component-s08-o046.png"/><Relationship Id="rId98" Type="http://schemas.openxmlformats.org/officeDocument/2006/relationships/image" Target="../media/component-s08-o046.svg"/><Relationship Id="rId99" Type="http://schemas.openxmlformats.org/officeDocument/2006/relationships/image" Target="../media/component-s08-o047.png"/><Relationship Id="rId100" Type="http://schemas.openxmlformats.org/officeDocument/2006/relationships/image" Target="../media/component-s08-o047.svg"/></Relationships>
</file>

<file path=ppt/slides/_rels/slide9.xml.rels><?xml version="1.0" encoding="UTF-8" standalone="yes"?>
<Relationships xmlns="http://schemas.openxmlformats.org/package/2006/relationships"><Relationship Id="rId1" Type="http://schemas.openxmlformats.org/officeDocument/2006/relationships/image" Target="../media/component-s09-frame.png"/><Relationship Id="rId2" Type="http://schemas.openxmlformats.org/officeDocument/2006/relationships/image" Target="../media/component-s09-frame.sv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component-s09-o001.png"/><Relationship Id="rId6" Type="http://schemas.openxmlformats.org/officeDocument/2006/relationships/image" Target="../media/component-s09-o001.svg"/><Relationship Id="rId7" Type="http://schemas.openxmlformats.org/officeDocument/2006/relationships/image" Target="../media/component-s09-o002.png"/><Relationship Id="rId8" Type="http://schemas.openxmlformats.org/officeDocument/2006/relationships/image" Target="../media/component-s09-o002.svg"/><Relationship Id="rId9" Type="http://schemas.openxmlformats.org/officeDocument/2006/relationships/image" Target="../media/component-s09-o003.png"/><Relationship Id="rId10" Type="http://schemas.openxmlformats.org/officeDocument/2006/relationships/image" Target="../media/component-s09-o003.svg"/><Relationship Id="rId11" Type="http://schemas.openxmlformats.org/officeDocument/2006/relationships/image" Target="../media/component-s09-o004.png"/><Relationship Id="rId12" Type="http://schemas.openxmlformats.org/officeDocument/2006/relationships/image" Target="../media/component-s09-o004.svg"/><Relationship Id="rId13" Type="http://schemas.openxmlformats.org/officeDocument/2006/relationships/image" Target="../media/component-s09-o005.png"/><Relationship Id="rId14" Type="http://schemas.openxmlformats.org/officeDocument/2006/relationships/image" Target="../media/component-s09-o005.svg"/><Relationship Id="rId15" Type="http://schemas.openxmlformats.org/officeDocument/2006/relationships/image" Target="../media/component-s09-o006.png"/><Relationship Id="rId16" Type="http://schemas.openxmlformats.org/officeDocument/2006/relationships/image" Target="../media/component-s09-o006.svg"/><Relationship Id="rId17" Type="http://schemas.openxmlformats.org/officeDocument/2006/relationships/image" Target="../media/component-s09-o007.png"/><Relationship Id="rId18" Type="http://schemas.openxmlformats.org/officeDocument/2006/relationships/image" Target="../media/component-s09-o007.svg"/><Relationship Id="rId19" Type="http://schemas.openxmlformats.org/officeDocument/2006/relationships/image" Target="../media/component-s09-o008.png"/><Relationship Id="rId20" Type="http://schemas.openxmlformats.org/officeDocument/2006/relationships/image" Target="../media/component-s09-o008.svg"/><Relationship Id="rId21" Type="http://schemas.openxmlformats.org/officeDocument/2006/relationships/image" Target="../media/component-s09-o009.png"/><Relationship Id="rId22" Type="http://schemas.openxmlformats.org/officeDocument/2006/relationships/image" Target="../media/component-s09-o009.svg"/><Relationship Id="rId23" Type="http://schemas.openxmlformats.org/officeDocument/2006/relationships/image" Target="../media/component-s09-o010.png"/><Relationship Id="rId24" Type="http://schemas.openxmlformats.org/officeDocument/2006/relationships/image" Target="../media/component-s09-o010.svg"/><Relationship Id="rId25" Type="http://schemas.openxmlformats.org/officeDocument/2006/relationships/image" Target="../media/component-s09-o011.png"/><Relationship Id="rId26" Type="http://schemas.openxmlformats.org/officeDocument/2006/relationships/image" Target="../media/component-s09-o011.svg"/><Relationship Id="rId27" Type="http://schemas.openxmlformats.org/officeDocument/2006/relationships/image" Target="../media/component-s09-o012.png"/><Relationship Id="rId28" Type="http://schemas.openxmlformats.org/officeDocument/2006/relationships/image" Target="../media/component-s09-o012.svg"/><Relationship Id="rId29" Type="http://schemas.openxmlformats.org/officeDocument/2006/relationships/image" Target="../media/component-s09-o013.png"/><Relationship Id="rId30" Type="http://schemas.openxmlformats.org/officeDocument/2006/relationships/image" Target="../media/component-s09-o013.svg"/><Relationship Id="rId31" Type="http://schemas.openxmlformats.org/officeDocument/2006/relationships/image" Target="../media/component-s09-o014.png"/><Relationship Id="rId32" Type="http://schemas.openxmlformats.org/officeDocument/2006/relationships/image" Target="../media/component-s09-o014.svg"/><Relationship Id="rId33" Type="http://schemas.openxmlformats.org/officeDocument/2006/relationships/image" Target="../media/component-s09-o015.png"/><Relationship Id="rId34" Type="http://schemas.openxmlformats.org/officeDocument/2006/relationships/image" Target="../media/component-s09-o015.svg"/><Relationship Id="rId35" Type="http://schemas.openxmlformats.org/officeDocument/2006/relationships/image" Target="../media/component-s09-o016.png"/><Relationship Id="rId36" Type="http://schemas.openxmlformats.org/officeDocument/2006/relationships/image" Target="../media/component-s09-o016.svg"/><Relationship Id="rId37" Type="http://schemas.openxmlformats.org/officeDocument/2006/relationships/image" Target="../media/component-s09-o017.png"/><Relationship Id="rId38" Type="http://schemas.openxmlformats.org/officeDocument/2006/relationships/image" Target="../media/component-s09-o017.svg"/><Relationship Id="rId39" Type="http://schemas.openxmlformats.org/officeDocument/2006/relationships/image" Target="../media/component-s09-o018.png"/><Relationship Id="rId40" Type="http://schemas.openxmlformats.org/officeDocument/2006/relationships/image" Target="../media/component-s09-o018.svg"/><Relationship Id="rId41" Type="http://schemas.openxmlformats.org/officeDocument/2006/relationships/image" Target="../media/component-s09-o019.png"/><Relationship Id="rId42" Type="http://schemas.openxmlformats.org/officeDocument/2006/relationships/image" Target="../media/component-s09-o019.svg"/><Relationship Id="rId43" Type="http://schemas.openxmlformats.org/officeDocument/2006/relationships/image" Target="../media/component-s09-o020.png"/><Relationship Id="rId44" Type="http://schemas.openxmlformats.org/officeDocument/2006/relationships/image" Target="../media/component-s09-o020.svg"/><Relationship Id="rId45" Type="http://schemas.openxmlformats.org/officeDocument/2006/relationships/image" Target="../media/component-s09-o021.png"/><Relationship Id="rId46" Type="http://schemas.openxmlformats.org/officeDocument/2006/relationships/image" Target="../media/component-s09-o021.svg"/><Relationship Id="rId47" Type="http://schemas.openxmlformats.org/officeDocument/2006/relationships/image" Target="../media/component-s09-o022.png"/><Relationship Id="rId48" Type="http://schemas.openxmlformats.org/officeDocument/2006/relationships/image" Target="../media/component-s09-o022.svg"/><Relationship Id="rId49" Type="http://schemas.openxmlformats.org/officeDocument/2006/relationships/image" Target="../media/component-s09-o023.png"/><Relationship Id="rId50" Type="http://schemas.openxmlformats.org/officeDocument/2006/relationships/image" Target="../media/component-s09-o023.svg"/><Relationship Id="rId51" Type="http://schemas.openxmlformats.org/officeDocument/2006/relationships/image" Target="../media/component-s09-o024.png"/><Relationship Id="rId52" Type="http://schemas.openxmlformats.org/officeDocument/2006/relationships/image" Target="../media/component-s09-o024.svg"/><Relationship Id="rId53" Type="http://schemas.openxmlformats.org/officeDocument/2006/relationships/image" Target="../media/component-s09-o025.png"/><Relationship Id="rId54" Type="http://schemas.openxmlformats.org/officeDocument/2006/relationships/image" Target="../media/component-s09-o025.svg"/><Relationship Id="rId55" Type="http://schemas.openxmlformats.org/officeDocument/2006/relationships/image" Target="../media/component-s09-o026.png"/><Relationship Id="rId56" Type="http://schemas.openxmlformats.org/officeDocument/2006/relationships/image" Target="../media/component-s09-o026.svg"/><Relationship Id="rId57" Type="http://schemas.openxmlformats.org/officeDocument/2006/relationships/image" Target="../media/component-s09-o027.png"/><Relationship Id="rId58" Type="http://schemas.openxmlformats.org/officeDocument/2006/relationships/image" Target="../media/component-s09-o027.svg"/><Relationship Id="rId59" Type="http://schemas.openxmlformats.org/officeDocument/2006/relationships/image" Target="../media/component-s09-o028.png"/><Relationship Id="rId60" Type="http://schemas.openxmlformats.org/officeDocument/2006/relationships/image" Target="../media/component-s09-o028.svg"/><Relationship Id="rId61" Type="http://schemas.openxmlformats.org/officeDocument/2006/relationships/image" Target="../media/component-s09-o029.png"/><Relationship Id="rId62" Type="http://schemas.openxmlformats.org/officeDocument/2006/relationships/image" Target="../media/component-s09-o029.svg"/><Relationship Id="rId63" Type="http://schemas.openxmlformats.org/officeDocument/2006/relationships/image" Target="../media/component-s09-o030.png"/><Relationship Id="rId64" Type="http://schemas.openxmlformats.org/officeDocument/2006/relationships/image" Target="../media/component-s09-o030.svg"/></Relationships>
</file>

<file path=ppt/slides/_rels/slide10.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0-1.png"/><Relationship Id="rId2" Type="http://schemas.openxmlformats.org/officeDocument/2006/relationships/image" Target="../media/image-10-2.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11-1.png"/><Relationship Id="rId2" Type="http://schemas.openxmlformats.org/officeDocument/2006/relationships/image" Target="../media/image-11-2.sv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12-1.png"/><Relationship Id="rId2" Type="http://schemas.openxmlformats.org/officeDocument/2006/relationships/image" Target="../media/image-12-2.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13-1.png"/><Relationship Id="rId2" Type="http://schemas.openxmlformats.org/officeDocument/2006/relationships/image" Target="../media/image-13-2.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4-1.png"/><Relationship Id="rId2" Type="http://schemas.openxmlformats.org/officeDocument/2006/relationships/image" Target="../media/image-14-2.sv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5-1.png"/><Relationship Id="rId2" Type="http://schemas.openxmlformats.org/officeDocument/2006/relationships/image" Target="../media/image-15-2.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6-1.png"/><Relationship Id="rId2" Type="http://schemas.openxmlformats.org/officeDocument/2006/relationships/image" Target="../media/image-16-2.sv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7-1.png"/><Relationship Id="rId2" Type="http://schemas.openxmlformats.org/officeDocument/2006/relationships/image" Target="../media/image-17-2.sv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21-1.png"/><Relationship Id="rId2" Type="http://schemas.openxmlformats.org/officeDocument/2006/relationships/image" Target="../media/image-21-2.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3-1.png"/><Relationship Id="rId2" Type="http://schemas.openxmlformats.org/officeDocument/2006/relationships/image" Target="../media/image-23-2.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4-1.png"/><Relationship Id="rId2" Type="http://schemas.openxmlformats.org/officeDocument/2006/relationships/image" Target="../media/image-24-2.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5-1.png"/><Relationship Id="rId2" Type="http://schemas.openxmlformats.org/officeDocument/2006/relationships/image" Target="../media/image-25-2.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6-1.png"/><Relationship Id="rId2" Type="http://schemas.openxmlformats.org/officeDocument/2006/relationships/image" Target="../media/image-26-2.sv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30-1.png"/><Relationship Id="rId2" Type="http://schemas.openxmlformats.org/officeDocument/2006/relationships/image" Target="../media/image-30-2.sv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33-1.png"/><Relationship Id="rId2" Type="http://schemas.openxmlformats.org/officeDocument/2006/relationships/image" Target="../media/image-33-2.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typesafe.ai/manifesto" TargetMode="External"/><Relationship Id="rId6" Type="http://schemas.openxmlformats.org/officeDocument/2006/relationships/hyperlink" Target="https://www.langchain.com/blog/building-prod-with-jev-and-langgraph" TargetMode="External"/><Relationship Id="rId1" Type="http://schemas.openxmlformats.org/officeDocument/2006/relationships/image" Target="../media/image-34-1.png"/><Relationship Id="rId2" Type="http://schemas.openxmlformats.org/officeDocument/2006/relationships/image" Target="../media/image-34-2.sv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5-1.png"/><Relationship Id="rId2" Type="http://schemas.openxmlformats.org/officeDocument/2006/relationships/image" Target="../media/image-35-2.svg"/><Relationship Id="rId20" Type="http://schemas.openxmlformats.org/officeDocument/2006/relationships/slideLayout" Target="../slideLayouts/slideLayout1.xml"/><Relationship Id="rId2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component-s36-frame.png"/><Relationship Id="rId2" Type="http://schemas.openxmlformats.org/officeDocument/2006/relationships/image" Target="../media/component-s36-frame.svg"/><Relationship Id="rId3" Type="http://schemas.openxmlformats.org/officeDocument/2006/relationships/slideLayout" Target="../slideLayouts/slideLayout1.xml"/><Relationship Id="rId4" Type="http://schemas.openxmlformats.org/officeDocument/2006/relationships/notesSlide" Target="../notesSlides/notesSlide36.xml"/><Relationship Id="rId5" Type="http://schemas.openxmlformats.org/officeDocument/2006/relationships/image" Target="../media/component-s36-o001.png"/><Relationship Id="rId6" Type="http://schemas.openxmlformats.org/officeDocument/2006/relationships/image" Target="../media/component-s36-o001.svg"/><Relationship Id="rId7" Type="http://schemas.openxmlformats.org/officeDocument/2006/relationships/image" Target="../media/component-s36-o002.png"/><Relationship Id="rId8" Type="http://schemas.openxmlformats.org/officeDocument/2006/relationships/image" Target="../media/component-s36-o002.svg"/><Relationship Id="rId9" Type="http://schemas.openxmlformats.org/officeDocument/2006/relationships/image" Target="../media/component-s36-o003.png"/><Relationship Id="rId10" Type="http://schemas.openxmlformats.org/officeDocument/2006/relationships/image" Target="../media/component-s36-o003.svg"/><Relationship Id="rId11" Type="http://schemas.openxmlformats.org/officeDocument/2006/relationships/image" Target="../media/component-s36-o004.png"/><Relationship Id="rId12" Type="http://schemas.openxmlformats.org/officeDocument/2006/relationships/image" Target="../media/component-s36-o004.svg"/><Relationship Id="rId13" Type="http://schemas.openxmlformats.org/officeDocument/2006/relationships/image" Target="../media/component-s36-o005.png"/><Relationship Id="rId14" Type="http://schemas.openxmlformats.org/officeDocument/2006/relationships/image" Target="../media/component-s36-o005.svg"/><Relationship Id="rId15" Type="http://schemas.openxmlformats.org/officeDocument/2006/relationships/image" Target="../media/component-s36-o006.png"/><Relationship Id="rId16" Type="http://schemas.openxmlformats.org/officeDocument/2006/relationships/image" Target="../media/component-s36-o006.svg"/><Relationship Id="rId17" Type="http://schemas.openxmlformats.org/officeDocument/2006/relationships/image" Target="../media/component-s36-o007.png"/><Relationship Id="rId18" Type="http://schemas.openxmlformats.org/officeDocument/2006/relationships/image" Target="../media/component-s36-o007.svg"/><Relationship Id="rId19" Type="http://schemas.openxmlformats.org/officeDocument/2006/relationships/image" Target="../media/component-s36-o008.png"/><Relationship Id="rId20" Type="http://schemas.openxmlformats.org/officeDocument/2006/relationships/image" Target="../media/component-s36-o008.svg"/><Relationship Id="rId21" Type="http://schemas.openxmlformats.org/officeDocument/2006/relationships/image" Target="../media/component-s36-o009.png"/><Relationship Id="rId22" Type="http://schemas.openxmlformats.org/officeDocument/2006/relationships/image" Target="../media/component-s36-o009.svg"/><Relationship Id="rId23" Type="http://schemas.openxmlformats.org/officeDocument/2006/relationships/image" Target="../media/component-s36-o010.png"/><Relationship Id="rId24" Type="http://schemas.openxmlformats.org/officeDocument/2006/relationships/image" Target="../media/component-s36-o010.svg"/><Relationship Id="rId25" Type="http://schemas.openxmlformats.org/officeDocument/2006/relationships/image" Target="../media/component-s36-o011.png"/><Relationship Id="rId26" Type="http://schemas.openxmlformats.org/officeDocument/2006/relationships/image" Target="../media/component-s36-o011.svg"/><Relationship Id="rId27" Type="http://schemas.openxmlformats.org/officeDocument/2006/relationships/image" Target="../media/component-s36-o012.png"/><Relationship Id="rId28" Type="http://schemas.openxmlformats.org/officeDocument/2006/relationships/image" Target="../media/component-s36-o012.svg"/><Relationship Id="rId29" Type="http://schemas.openxmlformats.org/officeDocument/2006/relationships/image" Target="../media/component-s36-o013.png"/><Relationship Id="rId30" Type="http://schemas.openxmlformats.org/officeDocument/2006/relationships/image" Target="../media/component-s36-o013.svg"/><Relationship Id="rId31" Type="http://schemas.openxmlformats.org/officeDocument/2006/relationships/image" Target="../media/component-s36-o014.png"/><Relationship Id="rId32" Type="http://schemas.openxmlformats.org/officeDocument/2006/relationships/image" Target="../media/component-s36-o014.svg"/><Relationship Id="rId33" Type="http://schemas.openxmlformats.org/officeDocument/2006/relationships/image" Target="../media/component-s36-o015.png"/><Relationship Id="rId34" Type="http://schemas.openxmlformats.org/officeDocument/2006/relationships/image" Target="../media/component-s36-o015.svg"/><Relationship Id="rId35" Type="http://schemas.openxmlformats.org/officeDocument/2006/relationships/image" Target="../media/component-s36-o016.png"/><Relationship Id="rId36" Type="http://schemas.openxmlformats.org/officeDocument/2006/relationships/image" Target="../media/component-s36-o016.svg"/><Relationship Id="rId37" Type="http://schemas.openxmlformats.org/officeDocument/2006/relationships/image" Target="../media/component-s36-o017.png"/><Relationship Id="rId38" Type="http://schemas.openxmlformats.org/officeDocument/2006/relationships/image" Target="../media/component-s36-o017.svg"/><Relationship Id="rId39" Type="http://schemas.openxmlformats.org/officeDocument/2006/relationships/image" Target="../media/component-s36-o018.png"/><Relationship Id="rId40" Type="http://schemas.openxmlformats.org/officeDocument/2006/relationships/image" Target="../media/component-s36-o018.svg"/><Relationship Id="rId41" Type="http://schemas.openxmlformats.org/officeDocument/2006/relationships/image" Target="../media/component-s36-o019.png"/><Relationship Id="rId42" Type="http://schemas.openxmlformats.org/officeDocument/2006/relationships/image" Target="../media/component-s36-o019.svg"/><Relationship Id="rId43" Type="http://schemas.openxmlformats.org/officeDocument/2006/relationships/image" Target="../media/component-s36-o020.png"/><Relationship Id="rId44" Type="http://schemas.openxmlformats.org/officeDocument/2006/relationships/image" Target="../media/component-s36-o020.svg"/><Relationship Id="rId45" Type="http://schemas.openxmlformats.org/officeDocument/2006/relationships/image" Target="../media/component-s36-o021.png"/><Relationship Id="rId46" Type="http://schemas.openxmlformats.org/officeDocument/2006/relationships/image" Target="../media/component-s36-o021.svg"/><Relationship Id="rId47" Type="http://schemas.openxmlformats.org/officeDocument/2006/relationships/image" Target="../media/component-s36-o022.png"/><Relationship Id="rId48" Type="http://schemas.openxmlformats.org/officeDocument/2006/relationships/image" Target="../media/component-s36-o022.svg"/><Relationship Id="rId49" Type="http://schemas.openxmlformats.org/officeDocument/2006/relationships/image" Target="../media/component-s36-o023.png"/><Relationship Id="rId50" Type="http://schemas.openxmlformats.org/officeDocument/2006/relationships/image" Target="../media/component-s36-o023.svg"/><Relationship Id="rId51" Type="http://schemas.openxmlformats.org/officeDocument/2006/relationships/image" Target="../media/component-s36-o024.png"/><Relationship Id="rId52" Type="http://schemas.openxmlformats.org/officeDocument/2006/relationships/image" Target="../media/component-s36-o024.svg"/><Relationship Id="rId53" Type="http://schemas.openxmlformats.org/officeDocument/2006/relationships/image" Target="../media/component-s36-o025.png"/><Relationship Id="rId54" Type="http://schemas.openxmlformats.org/officeDocument/2006/relationships/image" Target="../media/component-s36-o02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Composable AI">
            <a:hlinkClick r:id="rId5" tooltip="Composable AI"/>
          </p:cNvPr>
          <p:cNvSpPr/>
          <p:nvPr/>
        </p:nvSpPr>
        <p:spPr>
          <a:xfrm>
            <a:off x="4139747" y="6149022"/>
            <a:ext cx="863507" cy="162877"/>
          </a:xfrm>
          <a:prstGeom prst="rect">
            <a:avLst/>
          </a:prstGeom>
          <a:solidFill>
            <a:srgbClr val="FFFFFF">
              <a:alpha val="0"/>
            </a:srgbClr>
          </a:solidFill>
          <a:ln w="12700">
            <a:solidFill>
              <a:srgbClr val="333333">
                <a:alpha val="0"/>
              </a:srgbClr>
            </a:solidFill>
            <a:prstDash val="solid"/>
          </a:ln>
        </p:spPr>
      </p:sp>
      <p:sp>
        <p:nvSpPr>
          <p:cNvPr id="6" name="Source: Jev + LangGraph">
            <a:hlinkClick r:id="rId6" tooltip="Jev + LangGraph"/>
          </p:cNvPr>
          <p:cNvSpPr/>
          <p:nvPr/>
        </p:nvSpPr>
        <p:spPr>
          <a:xfrm>
            <a:off x="5097729"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579885" y="6149022"/>
            <a:ext cx="86350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79885"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eturns-access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6" name="returns-access — background: returns-access / background-1 / 1" descr="Reusable background; independently movable vector artwork with PNG fallback."/>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8800" y="1854200"/>
            <a:ext cx="11074400" cy="3937000"/>
          </a:xfrm>
          <a:prstGeom prst="rect">
            <a:avLst/>
          </a:prstGeom>
        </p:spPr>
      </p:pic>
      <p:pic>
        <p:nvPicPr>
          <p:cNvPr id="7" name="returns-access — label: returns-access / same-safeguards-first-line / 2" descr="Reusable label; independently movable vector artwork with PNG fallback."/>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7250" y="1854200"/>
            <a:ext cx="571500" cy="279400"/>
          </a:xfrm>
          <a:prstGeom prst="rect">
            <a:avLst/>
          </a:prstGeom>
        </p:spPr>
      </p:pic>
      <p:pic>
        <p:nvPicPr>
          <p:cNvPr id="8" name="returns-access — label: returns-access / same-safeguards-second-line / 3" descr="Reusable label; independently movable vector artwork with PNG fallback."/>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1350" y="2089150"/>
            <a:ext cx="996950" cy="311150"/>
          </a:xfrm>
          <a:prstGeom prst="rect">
            <a:avLst/>
          </a:prstGeom>
        </p:spPr>
      </p:pic>
      <p:pic>
        <p:nvPicPr>
          <p:cNvPr id="9" name="returns-access — label: returns-access / identity-heading / 4" descr="Reusable label; independently movable vector artwork with PNG fallback."/>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11350" y="1898650"/>
            <a:ext cx="1581150" cy="349250"/>
          </a:xfrm>
          <a:prstGeom prst="rect">
            <a:avLst/>
          </a:prstGeom>
        </p:spPr>
      </p:pic>
      <p:pic>
        <p:nvPicPr>
          <p:cNvPr id="10" name="returns-access — label: returns-access / purchase-heading / 5" descr="Reusable label; independently movable vector artwork with PNG fallback."/>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464050" y="1898650"/>
            <a:ext cx="1733550" cy="349250"/>
          </a:xfrm>
          <a:prstGeom prst="rect">
            <a:avLst/>
          </a:prstGeom>
        </p:spPr>
      </p:pic>
      <p:pic>
        <p:nvPicPr>
          <p:cNvPr id="11" name="returns-access — connector: returns-access / customer-to-identity / 6" descr="Reusable connector; independently movable vector artwork with PNG fallback."/>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93850" y="2749550"/>
            <a:ext cx="552450" cy="215900"/>
          </a:xfrm>
          <a:prstGeom prst="rect">
            <a:avLst/>
          </a:prstGeom>
        </p:spPr>
      </p:pic>
      <p:pic>
        <p:nvPicPr>
          <p:cNvPr id="12" name="returns-access — connector: returns-access / identity-verified / 7" descr="Reusable connector; independently movable vector artwork with PNG fallback."/>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244850" y="2724150"/>
            <a:ext cx="1524000" cy="266700"/>
          </a:xfrm>
          <a:prstGeom prst="rect">
            <a:avLst/>
          </a:prstGeom>
        </p:spPr>
      </p:pic>
      <p:pic>
        <p:nvPicPr>
          <p:cNvPr id="13" name="returns-access — connector: returns-access / purchase-matched / 8" descr="Reusable connector; independently movable vector artwork with PNG fallback."/>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899150" y="2724150"/>
            <a:ext cx="984250" cy="266700"/>
          </a:xfrm>
          <a:prstGeom prst="rect">
            <a:avLst/>
          </a:prstGeom>
        </p:spPr>
      </p:pic>
      <p:pic>
        <p:nvPicPr>
          <p:cNvPr id="14" name="returns-access — label: returns-access / verified-label / 9" descr="Reusable label; independently movable vector artwork with PNG fallback."/>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594100" y="2444750"/>
            <a:ext cx="787400" cy="292100"/>
          </a:xfrm>
          <a:prstGeom prst="rect">
            <a:avLst/>
          </a:prstGeom>
        </p:spPr>
      </p:pic>
      <p:pic>
        <p:nvPicPr>
          <p:cNvPr id="15" name="returns-access — label: returns-access / matched-label / 10" descr="Reusable label; independently movable vector artwork with PNG fallback."/>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962650" y="2444750"/>
            <a:ext cx="857250" cy="292100"/>
          </a:xfrm>
          <a:prstGeom prst="rect">
            <a:avLst/>
          </a:prstGeom>
        </p:spPr>
      </p:pic>
      <p:pic>
        <p:nvPicPr>
          <p:cNvPr id="16" name="returns-access — connector: returns-access / identity-denied-stop / 11" descr="Reusable connector; independently movable vector artwork with PNG fallback."/>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24000" y="3130550"/>
            <a:ext cx="730250" cy="1543050"/>
          </a:xfrm>
          <a:prstGeom prst="rect">
            <a:avLst/>
          </a:prstGeom>
        </p:spPr>
      </p:pic>
      <p:pic>
        <p:nvPicPr>
          <p:cNvPr id="17" name="returns-access — connector: returns-access / identity-needs-signin / 12" descr="Reusable connector; independently movable vector artwork with PNG fallback."/>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590800" y="3302000"/>
            <a:ext cx="215900" cy="1041400"/>
          </a:xfrm>
          <a:prstGeom prst="rect">
            <a:avLst/>
          </a:prstGeom>
        </p:spPr>
      </p:pic>
      <p:pic>
        <p:nvPicPr>
          <p:cNvPr id="18" name="returns-access — connector: returns-access / signin-recheck-identity / 13" descr="Reusable connector; independently movable vector artwork with PNG fallback."/>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282950" y="3136900"/>
            <a:ext cx="704850" cy="1758950"/>
          </a:xfrm>
          <a:prstGeom prst="rect">
            <a:avLst/>
          </a:prstGeom>
        </p:spPr>
      </p:pic>
      <p:pic>
        <p:nvPicPr>
          <p:cNvPr id="19" name="returns-access — label: returns-access / denied-label / 14" descr="Reusable label; independently movable vector artwork with PNG fallback."/>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022350" y="3752850"/>
            <a:ext cx="730250" cy="292100"/>
          </a:xfrm>
          <a:prstGeom prst="rect">
            <a:avLst/>
          </a:prstGeom>
        </p:spPr>
      </p:pic>
      <p:pic>
        <p:nvPicPr>
          <p:cNvPr id="20" name="returns-access — label: returns-access / no-login-label / 15" descr="Reusable label; independently movable vector artwork with PNG fallback."/>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755900" y="3695700"/>
            <a:ext cx="844550" cy="323850"/>
          </a:xfrm>
          <a:prstGeom prst="rect">
            <a:avLst/>
          </a:prstGeom>
        </p:spPr>
      </p:pic>
      <p:pic>
        <p:nvPicPr>
          <p:cNvPr id="21" name="returns-access — label: returns-access / identity-recheck-label / 16" descr="Reusable label; independently movable vector artwork with PNG fallback."/>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943350" y="4013200"/>
            <a:ext cx="850900" cy="285750"/>
          </a:xfrm>
          <a:prstGeom prst="rect">
            <a:avLst/>
          </a:prstGeom>
        </p:spPr>
      </p:pic>
      <p:pic>
        <p:nvPicPr>
          <p:cNvPr id="22" name="returns-access — connector: returns-access / purchase-needs-verification / 17" descr="Reusable connector; independently movable vector artwork with PNG fallback."/>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226050" y="3321050"/>
            <a:ext cx="215900" cy="1041400"/>
          </a:xfrm>
          <a:prstGeom prst="rect">
            <a:avLst/>
          </a:prstGeom>
        </p:spPr>
      </p:pic>
      <p:pic>
        <p:nvPicPr>
          <p:cNvPr id="23" name="returns-access — connector: returns-access / verification-recheck-purchase / 18" descr="Reusable connector; independently movable vector artwork with PNG fallback."/>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5892800" y="3168650"/>
            <a:ext cx="927100" cy="1803400"/>
          </a:xfrm>
          <a:prstGeom prst="rect">
            <a:avLst/>
          </a:prstGeom>
        </p:spPr>
      </p:pic>
      <p:pic>
        <p:nvPicPr>
          <p:cNvPr id="24" name="returns-access — label: returns-access / purchase-missing-label / 19" descr="Reusable label; independently movable vector artwork with PNG fallback."/>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5391150" y="3619500"/>
            <a:ext cx="882650" cy="317500"/>
          </a:xfrm>
          <a:prstGeom prst="rect">
            <a:avLst/>
          </a:prstGeom>
        </p:spPr>
      </p:pic>
      <p:pic>
        <p:nvPicPr>
          <p:cNvPr id="25" name="returns-access — label: returns-access / purchase-mismatch-label / 20" descr="Reusable label; independently movable vector artwork with PNG fallback."/>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391150" y="3873500"/>
            <a:ext cx="939800" cy="285750"/>
          </a:xfrm>
          <a:prstGeom prst="rect">
            <a:avLst/>
          </a:prstGeom>
        </p:spPr>
      </p:pic>
      <p:pic>
        <p:nvPicPr>
          <p:cNvPr id="26" name="returns-access — label: returns-access / purchase-recheck-label / 21" descr="Reusable label; independently movable vector artwork with PNG fallback."/>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6781800" y="4165600"/>
            <a:ext cx="850900" cy="285750"/>
          </a:xfrm>
          <a:prstGeom prst="rect">
            <a:avLst/>
          </a:prstGeom>
        </p:spPr>
      </p:pic>
      <p:pic>
        <p:nvPicPr>
          <p:cNvPr id="27" name="returns-access — illustration: returns-access / customer / 22" descr="Reusable illustration; independently movable vector artwork with PNG fallback."/>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11200" y="2324100"/>
            <a:ext cx="889000" cy="1003300"/>
          </a:xfrm>
          <a:prstGeom prst="rect">
            <a:avLst/>
          </a:prstGeom>
        </p:spPr>
      </p:pic>
      <p:pic>
        <p:nvPicPr>
          <p:cNvPr id="28" name="returns-access — illustration: returns-access / auth / 23" descr="Reusable illustration; independently movable vector artwork with PNG fallback."/>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2101850" y="2343150"/>
            <a:ext cx="1200150" cy="1066800"/>
          </a:xfrm>
          <a:prstGeom prst="rect">
            <a:avLst/>
          </a:prstGeom>
        </p:spPr>
      </p:pic>
      <p:pic>
        <p:nvPicPr>
          <p:cNvPr id="29" name="returns-access — illustration: returns-access / receipt / 24" descr="Reusable illustration; independently movable vector artwork with PNG fallback."/>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819650" y="2241550"/>
            <a:ext cx="1092200" cy="1136650"/>
          </a:xfrm>
          <a:prstGeom prst="rect">
            <a:avLst/>
          </a:prstGeom>
        </p:spPr>
      </p:pic>
      <p:pic>
        <p:nvPicPr>
          <p:cNvPr id="30" name="returns-access — illustration: returns-access / locked / 25" descr="Reusable illustration; independently movable vector artwork with PNG fallback."/>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736600" y="4273550"/>
            <a:ext cx="889000" cy="908050"/>
          </a:xfrm>
          <a:prstGeom prst="rect">
            <a:avLst/>
          </a:prstGeom>
        </p:spPr>
      </p:pic>
      <p:pic>
        <p:nvPicPr>
          <p:cNvPr id="31" name="returns-access — illustration: returns-access / signin / 26" descr="Reusable illustration; independently movable vector artwork with PNG fallback."/>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2120900" y="4324350"/>
            <a:ext cx="1200150" cy="939800"/>
          </a:xfrm>
          <a:prstGeom prst="rect">
            <a:avLst/>
          </a:prstGeom>
        </p:spPr>
      </p:pic>
      <p:pic>
        <p:nvPicPr>
          <p:cNvPr id="32" name="returns-access — illustration: returns-access / review / 27" descr="Reusable illustration; independently movable vector artwork with PNG fallback."/>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781550" y="4476750"/>
            <a:ext cx="1231900" cy="939800"/>
          </a:xfrm>
          <a:prstGeom prst="rect">
            <a:avLst/>
          </a:prstGeom>
        </p:spPr>
      </p:pic>
      <p:pic>
        <p:nvPicPr>
          <p:cNvPr id="33" name="returns-access — label: returns-access / customer-label / 28" descr="Reusable label; independently movable vector artwork with PNG fallback."/>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641350" y="3327400"/>
            <a:ext cx="1016000" cy="298450"/>
          </a:xfrm>
          <a:prstGeom prst="rect">
            <a:avLst/>
          </a:prstGeom>
        </p:spPr>
      </p:pic>
      <p:pic>
        <p:nvPicPr>
          <p:cNvPr id="34" name="returns-access — label: returns-access / stop-label / 29" descr="Reusable label; independently movable vector artwork with PNG fallback."/>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838200" y="5391150"/>
            <a:ext cx="571500" cy="330200"/>
          </a:xfrm>
          <a:prstGeom prst="rect">
            <a:avLst/>
          </a:prstGeom>
        </p:spPr>
      </p:pic>
      <p:pic>
        <p:nvPicPr>
          <p:cNvPr id="35" name="returns-access — label: returns-access / signin-label / 30" descr="Reusable label; independently movable vector artwork with PNG fallback."/>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343150" y="5391150"/>
            <a:ext cx="768350" cy="336550"/>
          </a:xfrm>
          <a:prstGeom prst="rect">
            <a:avLst/>
          </a:prstGeom>
        </p:spPr>
      </p:pic>
      <p:pic>
        <p:nvPicPr>
          <p:cNvPr id="36" name="returns-access — label: returns-access / purchase-verification-label / 31" descr="Reusable label; independently movable vector artwork with PNG fallback."/>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584700" y="5391150"/>
            <a:ext cx="1568450" cy="336550"/>
          </a:xfrm>
          <a:prstGeom prst="rect">
            <a:avLst/>
          </a:prstGeom>
        </p:spPr>
      </p:pic>
      <p:pic>
        <p:nvPicPr>
          <p:cNvPr id="37" name="returns-access — badge: returns-access / continue-to-picture-b / 32" descr="Reusable badge; independently movable vector artwork with PNG fallback."/>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6692900" y="2590800"/>
            <a:ext cx="533400" cy="533400"/>
          </a:xfrm>
          <a:prstGeom prst="rect">
            <a:avLst/>
          </a:prstGeom>
        </p:spPr>
      </p:pic>
      <p:pic>
        <p:nvPicPr>
          <p:cNvPr id="38" name="returns-access — label: returns-access / continue-request-label / 33" descr="Reusable label; independently movable vector artwork with PNG fallback."/>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6267450" y="1987550"/>
            <a:ext cx="1390650" cy="311150"/>
          </a:xfrm>
          <a:prstGeom prst="rect">
            <a:avLst/>
          </a:prstGeom>
        </p:spPr>
      </p:pic>
      <p:pic>
        <p:nvPicPr>
          <p:cNvPr id="39" name="returns-access — label: returns-access / continue-route-label / 34" descr="Reusable label; independently movable vector artwork with PNG fallback."/>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6686550" y="2222500"/>
            <a:ext cx="552450" cy="279400"/>
          </a:xfrm>
          <a:prstGeom prst="rect">
            <a:avLst/>
          </a:prstGeom>
        </p:spPr>
      </p:pic>
      <p:pic>
        <p:nvPicPr>
          <p:cNvPr id="40" name="returns-access — decoration: returns-access / comparison-divider / 35" descr="Reusable decoration; independently movable vector artwork with PNG fallback."/>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7689850" y="1879600"/>
            <a:ext cx="3905250" cy="3911600"/>
          </a:xfrm>
          <a:prstGeom prst="rect">
            <a:avLst/>
          </a:prstGeom>
        </p:spPr>
      </p:pic>
      <p:pic>
        <p:nvPicPr>
          <p:cNvPr id="41" name="returns-access — label: returns-access / wrapper-heading / 36" descr="Reusable label; independently movable vector artwork with PNG fallback."/>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835900" y="1905000"/>
            <a:ext cx="2203450" cy="349250"/>
          </a:xfrm>
          <a:prstGeom prst="rect">
            <a:avLst/>
          </a:prstGeom>
        </p:spPr>
      </p:pic>
      <p:pic>
        <p:nvPicPr>
          <p:cNvPr id="42" name="returns-access — illustration: returns-access / frontier / 37" descr="Reusable illustration; independently movable vector artwork with PNG fallback."/>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7823200" y="2413000"/>
            <a:ext cx="1073150" cy="933450"/>
          </a:xfrm>
          <a:prstGeom prst="rect">
            <a:avLst/>
          </a:prstGeom>
        </p:spPr>
      </p:pic>
      <p:pic>
        <p:nvPicPr>
          <p:cNvPr id="43" name="returns-access — connector: returns-access / wrapper-call-1 / 38" descr="Reusable connector; independently movable vector artwork with PNG fallback."/>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8794750" y="2794000"/>
            <a:ext cx="381000" cy="215900"/>
          </a:xfrm>
          <a:prstGeom prst="rect">
            <a:avLst/>
          </a:prstGeom>
        </p:spPr>
      </p:pic>
      <p:pic>
        <p:nvPicPr>
          <p:cNvPr id="44" name="returns-access — illustration: returns-access / frontier / 39" descr="Reusable illustration; independently movable vector artwork with PNG fallback."/>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9080500" y="2413000"/>
            <a:ext cx="1073150" cy="933450"/>
          </a:xfrm>
          <a:prstGeom prst="rect">
            <a:avLst/>
          </a:prstGeom>
        </p:spPr>
      </p:pic>
      <p:pic>
        <p:nvPicPr>
          <p:cNvPr id="45" name="returns-access — connector: returns-access / wrapper-call-2 / 40" descr="Reusable connector; independently movable vector artwork with PNG fallback."/>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10052050" y="2794000"/>
            <a:ext cx="381000" cy="215900"/>
          </a:xfrm>
          <a:prstGeom prst="rect">
            <a:avLst/>
          </a:prstGeom>
        </p:spPr>
      </p:pic>
      <p:pic>
        <p:nvPicPr>
          <p:cNvPr id="46" name="returns-access — illustration: returns-access / frontier / 41" descr="Reusable illustration; independently movable vector artwork with PNG fallback."/>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10337800" y="2413000"/>
            <a:ext cx="1073150" cy="933450"/>
          </a:xfrm>
          <a:prstGeom prst="rect">
            <a:avLst/>
          </a:prstGeom>
        </p:spPr>
      </p:pic>
      <p:pic>
        <p:nvPicPr>
          <p:cNvPr id="47" name="returns-access — label: returns-access / wrapper-caption / 42" descr="Reusable label; independently movable vector artwork with PNG fallback."/>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8801100" y="3416300"/>
            <a:ext cx="1847850" cy="336550"/>
          </a:xfrm>
          <a:prstGeom prst="rect">
            <a:avLst/>
          </a:prstGeom>
        </p:spPr>
      </p:pic>
      <p:pic>
        <p:nvPicPr>
          <p:cNvPr id="48" name="returns-access — label: returns-access / disaggregated-heading / 43" descr="Reusable label; independently movable vector artwork with PNG fallback."/>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7848600" y="3854450"/>
            <a:ext cx="1631950" cy="361950"/>
          </a:xfrm>
          <a:prstGeom prst="rect">
            <a:avLst/>
          </a:prstGeom>
        </p:spPr>
      </p:pic>
      <p:pic>
        <p:nvPicPr>
          <p:cNvPr id="49" name="returns-access — label: returns-access / system-one-label / 44" descr="Reusable label; independently movable vector artwork with PNG fallback."/>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9086850" y="4146550"/>
            <a:ext cx="1136650" cy="317500"/>
          </a:xfrm>
          <a:prstGeom prst="rect">
            <a:avLst/>
          </a:prstGeom>
        </p:spPr>
      </p:pic>
      <p:pic>
        <p:nvPicPr>
          <p:cNvPr id="50" name="returns-access — illustration: returns-access / auth / 45" descr="Reusable illustration; independently movable vector artwork with PNG fallback."/>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7924800" y="4368800"/>
            <a:ext cx="990600" cy="882650"/>
          </a:xfrm>
          <a:prstGeom prst="rect">
            <a:avLst/>
          </a:prstGeom>
        </p:spPr>
      </p:pic>
      <p:pic>
        <p:nvPicPr>
          <p:cNvPr id="51" name="returns-access — illustration: returns-access / system-one / 46" descr="Reusable illustration; independently movable vector artwork with PNG fallback."/>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9213850" y="4349750"/>
            <a:ext cx="889000" cy="850900"/>
          </a:xfrm>
          <a:prstGeom prst="rect">
            <a:avLst/>
          </a:prstGeom>
        </p:spPr>
      </p:pic>
      <p:pic>
        <p:nvPicPr>
          <p:cNvPr id="52" name="returns-access — illustration: returns-access / policy / 47" descr="Reusable illustration; independently movable vector artwork with PNG fallback."/>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10483850" y="4311650"/>
            <a:ext cx="927100" cy="927100"/>
          </a:xfrm>
          <a:prstGeom prst="rect">
            <a:avLst/>
          </a:prstGeom>
        </p:spPr>
      </p:pic>
      <p:pic>
        <p:nvPicPr>
          <p:cNvPr id="53" name="returns-access — connector: returns-access / graph-service-to-system-one / 48" descr="Reusable connector; independently movable vector artwork with PNG fallback."/>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8813800" y="4660900"/>
            <a:ext cx="457200" cy="266700"/>
          </a:xfrm>
          <a:prstGeom prst="rect">
            <a:avLst/>
          </a:prstGeom>
        </p:spPr>
      </p:pic>
      <p:pic>
        <p:nvPicPr>
          <p:cNvPr id="54" name="returns-access — connector: returns-access / graph-system-one-to-service / 49" descr="Reusable connector; independently movable vector artwork with PNG fallback."/>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10052050" y="4660900"/>
            <a:ext cx="457200" cy="266700"/>
          </a:xfrm>
          <a:prstGeom prst="rect">
            <a:avLst/>
          </a:prstGeom>
        </p:spPr>
      </p:pic>
      <p:pic>
        <p:nvPicPr>
          <p:cNvPr id="55" name="returns-access — label: returns-access / graph-caption / 50" descr="Reusable label; independently movable vector artwork with PNG fallback."/>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8699500" y="5245100"/>
            <a:ext cx="2038350" cy="323850"/>
          </a:xfrm>
          <a:prstGeom prst="rect">
            <a:avLst/>
          </a:prstGeom>
        </p:spPr>
      </p:pic>
      <p:pic>
        <p:nvPicPr>
          <p:cNvPr id="56" name="returns-access — label: returns-access / script-caption / 51" descr="Reusable label; independently movable vector artwork with PNG fallback."/>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8851900" y="5537200"/>
            <a:ext cx="1733550" cy="254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095562" y="6149022"/>
            <a:ext cx="1422121" cy="162877"/>
          </a:xfrm>
          <a:prstGeom prst="rect">
            <a:avLst/>
          </a:prstGeom>
          <a:solidFill>
            <a:srgbClr val="FFFFFF">
              <a:alpha val="0"/>
            </a:srgbClr>
          </a:solidFill>
          <a:ln w="12700">
            <a:solidFill>
              <a:srgbClr val="333333">
                <a:alpha val="0"/>
              </a:srgbClr>
            </a:solidFill>
            <a:prstDash val="solid"/>
          </a:ln>
        </p:spPr>
      </p:sp>
      <p:sp>
        <p:nvSpPr>
          <p:cNvPr id="5" name="Source: Jev + LangGraph">
            <a:hlinkClick r:id="rId5" tooltip="Jev + LangGraph"/>
          </p:cNvPr>
          <p:cNvSpPr/>
          <p:nvPr/>
        </p:nvSpPr>
        <p:spPr>
          <a:xfrm>
            <a:off x="3612158"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eturns-routing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6" name="returns-routing — background: returns-routing / background-1 / 1" descr="Reusable background; independently movable vector artwork with PNG fallback."/>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8800" y="1854200"/>
            <a:ext cx="11074400" cy="3937000"/>
          </a:xfrm>
          <a:prstGeom prst="rect">
            <a:avLst/>
          </a:prstGeom>
        </p:spPr>
      </p:pic>
      <p:pic>
        <p:nvPicPr>
          <p:cNvPr id="7" name="returns-routing — badge: returns-routing / continuation-B / 2" descr="Reusable badge; independently movable vector artwork with PNG fallback."/>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8800" y="1854200"/>
            <a:ext cx="425450" cy="425450"/>
          </a:xfrm>
          <a:prstGeom prst="rect">
            <a:avLst/>
          </a:prstGeom>
        </p:spPr>
      </p:pic>
      <p:pic>
        <p:nvPicPr>
          <p:cNvPr id="8" name="returns-routing — label: returns-routing / Verified purchase / 3" descr="Reusable label; independently movable vector artwork with PNG fallback."/>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0750" y="1917700"/>
            <a:ext cx="1581150" cy="317500"/>
          </a:xfrm>
          <a:prstGeom prst="rect">
            <a:avLst/>
          </a:prstGeom>
        </p:spPr>
      </p:pic>
      <p:pic>
        <p:nvPicPr>
          <p:cNvPr id="9" name="returns-routing — label: returns-routing / System One / 4" descr="Reusable label; independently movable vector artwork with PNG fallback."/>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66800" y="2330450"/>
            <a:ext cx="1358900" cy="349250"/>
          </a:xfrm>
          <a:prstGeom prst="rect">
            <a:avLst/>
          </a:prstGeom>
        </p:spPr>
      </p:pic>
      <p:pic>
        <p:nvPicPr>
          <p:cNvPr id="10" name="returns-routing — label: returns-routing / koa-action / Jev / 5" descr="Reusable label; independently movable vector artwork with PNG fallback."/>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35050" y="2603500"/>
            <a:ext cx="1428750" cy="285750"/>
          </a:xfrm>
          <a:prstGeom prst="rect">
            <a:avLst/>
          </a:prstGeom>
        </p:spPr>
      </p:pic>
      <p:pic>
        <p:nvPicPr>
          <p:cNvPr id="11" name="returns-routing — illustration: returns-routing / system-one / 6" descr="Reusable illustration; independently movable vector artwork with PNG fallback."/>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36650" y="2952750"/>
            <a:ext cx="1219200" cy="1162050"/>
          </a:xfrm>
          <a:prstGeom prst="rect">
            <a:avLst/>
          </a:prstGeom>
        </p:spPr>
      </p:pic>
      <p:pic>
        <p:nvPicPr>
          <p:cNvPr id="12" name="returns-routing — connector: returns-routing / request-route / 7" descr="Reusable connector; independently movable vector artwork with PNG fallback."/>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178050" y="2368550"/>
            <a:ext cx="1200150" cy="1250950"/>
          </a:xfrm>
          <a:prstGeom prst="rect">
            <a:avLst/>
          </a:prstGeom>
        </p:spPr>
      </p:pic>
      <p:pic>
        <p:nvPicPr>
          <p:cNvPr id="13" name="returns-routing — connector: returns-routing / request-route / 8" descr="Reusable connector; independently movable vector artwork with PNG fallback."/>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698750" y="3441700"/>
            <a:ext cx="679450" cy="254000"/>
          </a:xfrm>
          <a:prstGeom prst="rect">
            <a:avLst/>
          </a:prstGeom>
        </p:spPr>
      </p:pic>
      <p:pic>
        <p:nvPicPr>
          <p:cNvPr id="14" name="returns-routing — connector: returns-routing / request-route / 9" descr="Reusable connector; independently movable vector artwork with PNG fallback."/>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698750" y="3498850"/>
            <a:ext cx="679450" cy="1308100"/>
          </a:xfrm>
          <a:prstGeom prst="rect">
            <a:avLst/>
          </a:prstGeom>
        </p:spPr>
      </p:pic>
      <p:pic>
        <p:nvPicPr>
          <p:cNvPr id="15" name="returns-routing — decoration: returns-routing / decoration-10 / 10" descr="Reusable decoration; independently movable vector artwork with PNG fallback."/>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679700" y="3422650"/>
            <a:ext cx="215900" cy="215900"/>
          </a:xfrm>
          <a:prstGeom prst="rect">
            <a:avLst/>
          </a:prstGeom>
        </p:spPr>
      </p:pic>
      <p:pic>
        <p:nvPicPr>
          <p:cNvPr id="16" name="returns-routing — connector: returns-routing / connector-11 / 11" descr="Reusable connector; independently movable vector artwork with PNG fallback."/>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219450" y="2978150"/>
            <a:ext cx="4756150" cy="165100"/>
          </a:xfrm>
          <a:prstGeom prst="rect">
            <a:avLst/>
          </a:prstGeom>
        </p:spPr>
      </p:pic>
      <p:pic>
        <p:nvPicPr>
          <p:cNvPr id="17" name="returns-routing — connector: returns-routing / connector-12 / 12" descr="Reusable connector; independently movable vector artwork with PNG fallback."/>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219450" y="4089400"/>
            <a:ext cx="4756150" cy="165100"/>
          </a:xfrm>
          <a:prstGeom prst="rect">
            <a:avLst/>
          </a:prstGeom>
        </p:spPr>
      </p:pic>
      <p:pic>
        <p:nvPicPr>
          <p:cNvPr id="18" name="returns-routing — illustration: returns-routing / whole-kit / 13" descr="Reusable illustration; independently movable vector artwork with PNG fallback."/>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302000" y="2000250"/>
            <a:ext cx="1035050" cy="876300"/>
          </a:xfrm>
          <a:prstGeom prst="rect">
            <a:avLst/>
          </a:prstGeom>
        </p:spPr>
      </p:pic>
      <p:pic>
        <p:nvPicPr>
          <p:cNvPr id="19" name="returns-routing — label: returns-routing / Whole-item return / 14" descr="Reusable label; independently movable vector artwork with PNG fallback."/>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4368800" y="2101850"/>
            <a:ext cx="1771650" cy="298450"/>
          </a:xfrm>
          <a:prstGeom prst="rect">
            <a:avLst/>
          </a:prstGeom>
        </p:spPr>
      </p:pic>
      <p:pic>
        <p:nvPicPr>
          <p:cNvPr id="20" name="returns-routing — label: returns-routing / “Return the kit” / 15" descr="Reusable label; independently movable vector artwork with PNG fallback."/>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375150" y="2381250"/>
            <a:ext cx="1231900" cy="279400"/>
          </a:xfrm>
          <a:prstGeom prst="rect">
            <a:avLst/>
          </a:prstGeom>
        </p:spPr>
      </p:pic>
      <p:pic>
        <p:nvPicPr>
          <p:cNvPr id="21" name="returns-routing — connector: returns-routing / request-route / 16" descr="Reusable connector; independently movable vector artwork with PNG fallback."/>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6172200" y="2368550"/>
            <a:ext cx="508000" cy="215900"/>
          </a:xfrm>
          <a:prstGeom prst="rect">
            <a:avLst/>
          </a:prstGeom>
        </p:spPr>
      </p:pic>
      <p:pic>
        <p:nvPicPr>
          <p:cNvPr id="22" name="returns-routing — illustration: returns-routing / policy / 17" descr="Reusable illustration; independently movable vector artwork with PNG fallback."/>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711950" y="1943100"/>
            <a:ext cx="869950" cy="869950"/>
          </a:xfrm>
          <a:prstGeom prst="rect">
            <a:avLst/>
          </a:prstGeom>
        </p:spPr>
      </p:pic>
      <p:pic>
        <p:nvPicPr>
          <p:cNvPr id="23" name="returns-routing — label: returns-routing / Return rules / 18" descr="Reusable label; independently movable vector artwork with PNG fallback."/>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546850" y="2755900"/>
            <a:ext cx="1111250" cy="279400"/>
          </a:xfrm>
          <a:prstGeom prst="rect">
            <a:avLst/>
          </a:prstGeom>
        </p:spPr>
      </p:pic>
      <p:pic>
        <p:nvPicPr>
          <p:cNvPr id="24" name="returns-routing — connector: returns-routing / request-route / 19" descr="Reusable connector; independently movable vector artwork with PNG fallback."/>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480300" y="2368550"/>
            <a:ext cx="850900" cy="215900"/>
          </a:xfrm>
          <a:prstGeom prst="rect">
            <a:avLst/>
          </a:prstGeom>
        </p:spPr>
      </p:pic>
      <p:pic>
        <p:nvPicPr>
          <p:cNvPr id="25" name="returns-routing — illustration: returns-routing / exchange / 20" descr="Reusable illustration; independently movable vector artwork with PNG fallback."/>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3359150" y="3016250"/>
            <a:ext cx="920750" cy="1003300"/>
          </a:xfrm>
          <a:prstGeom prst="rect">
            <a:avLst/>
          </a:prstGeom>
        </p:spPr>
      </p:pic>
      <p:pic>
        <p:nvPicPr>
          <p:cNvPr id="26" name="returns-routing — label: returns-routing / Exchange / 21" descr="Reusable label; independently movable vector artwork with PNG fallback."/>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381500" y="3213100"/>
            <a:ext cx="1035050" cy="336550"/>
          </a:xfrm>
          <a:prstGeom prst="rect">
            <a:avLst/>
          </a:prstGeom>
        </p:spPr>
      </p:pic>
      <p:pic>
        <p:nvPicPr>
          <p:cNvPr id="27" name="returns-routing — label: returns-routing / “Swap for blue” / 22" descr="Reusable label; independently movable vector artwork with PNG fallback."/>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375150" y="3492500"/>
            <a:ext cx="1263650" cy="311150"/>
          </a:xfrm>
          <a:prstGeom prst="rect">
            <a:avLst/>
          </a:prstGeom>
        </p:spPr>
      </p:pic>
      <p:pic>
        <p:nvPicPr>
          <p:cNvPr id="28" name="returns-routing — connector: returns-routing / request-route / 23" descr="Reusable connector; independently movable vector artwork with PNG fallback."/>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172200" y="3479800"/>
            <a:ext cx="508000" cy="215900"/>
          </a:xfrm>
          <a:prstGeom prst="rect">
            <a:avLst/>
          </a:prstGeom>
        </p:spPr>
      </p:pic>
      <p:pic>
        <p:nvPicPr>
          <p:cNvPr id="29" name="returns-routing — illustration: returns-routing / inventory / 24" descr="Reusable illustration; independently movable vector artwork with PNG fallback."/>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6654800" y="3098800"/>
            <a:ext cx="895350" cy="819150"/>
          </a:xfrm>
          <a:prstGeom prst="rect">
            <a:avLst/>
          </a:prstGeom>
        </p:spPr>
      </p:pic>
      <p:pic>
        <p:nvPicPr>
          <p:cNvPr id="30" name="returns-routing — label: returns-routing / Rules + stock / 25" descr="Reusable label; independently movable vector artwork with PNG fallback."/>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496050" y="3867150"/>
            <a:ext cx="1212850" cy="279400"/>
          </a:xfrm>
          <a:prstGeom prst="rect">
            <a:avLst/>
          </a:prstGeom>
        </p:spPr>
      </p:pic>
      <p:pic>
        <p:nvPicPr>
          <p:cNvPr id="31" name="returns-routing — connector: returns-routing / request-route / 26" descr="Reusable connector; independently movable vector artwork with PNG fallback."/>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7480300" y="3479800"/>
            <a:ext cx="850900" cy="215900"/>
          </a:xfrm>
          <a:prstGeom prst="rect">
            <a:avLst/>
          </a:prstGeom>
        </p:spPr>
      </p:pic>
      <p:pic>
        <p:nvPicPr>
          <p:cNvPr id="32" name="returns-routing — illustration: returns-routing / kit-part / 27" descr="Reusable illustration; independently movable vector artwork with PNG fallback."/>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352800" y="4222750"/>
            <a:ext cx="971550" cy="901700"/>
          </a:xfrm>
          <a:prstGeom prst="rect">
            <a:avLst/>
          </a:prstGeom>
        </p:spPr>
      </p:pic>
      <p:pic>
        <p:nvPicPr>
          <p:cNvPr id="33" name="returns-routing — label: returns-routing / Kit-part return / 28" descr="Reusable label; independently movable vector artwork with PNG fallback."/>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4381500" y="4324350"/>
            <a:ext cx="1409700" cy="330200"/>
          </a:xfrm>
          <a:prstGeom prst="rect">
            <a:avLst/>
          </a:prstGeom>
        </p:spPr>
      </p:pic>
      <p:pic>
        <p:nvPicPr>
          <p:cNvPr id="34" name="returns-routing — label: returns-routing / “Only the cable” / 29" descr="Reusable label; independently movable vector artwork with PNG fallback."/>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375150" y="4603750"/>
            <a:ext cx="1308100" cy="311150"/>
          </a:xfrm>
          <a:prstGeom prst="rect">
            <a:avLst/>
          </a:prstGeom>
        </p:spPr>
      </p:pic>
      <p:pic>
        <p:nvPicPr>
          <p:cNvPr id="35" name="returns-routing — connector: returns-routing / request-route / 30" descr="Reusable connector; independently movable vector artwork with PNG fallback."/>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172200" y="4591050"/>
            <a:ext cx="508000" cy="215900"/>
          </a:xfrm>
          <a:prstGeom prst="rect">
            <a:avLst/>
          </a:prstGeom>
        </p:spPr>
      </p:pic>
      <p:pic>
        <p:nvPicPr>
          <p:cNvPr id="36" name="returns-routing — illustration: returns-routing / kit-rules / 31" descr="Reusable illustration; independently movable vector artwork with PNG fallback."/>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705600" y="4184650"/>
            <a:ext cx="863600" cy="838200"/>
          </a:xfrm>
          <a:prstGeom prst="rect">
            <a:avLst/>
          </a:prstGeom>
        </p:spPr>
      </p:pic>
      <p:pic>
        <p:nvPicPr>
          <p:cNvPr id="37" name="returns-routing — label: returns-routing / Kit-part rules / 32" descr="Reusable label; independently movable vector artwork with PNG fallback."/>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6521450" y="4978400"/>
            <a:ext cx="1162050" cy="311150"/>
          </a:xfrm>
          <a:prstGeom prst="rect">
            <a:avLst/>
          </a:prstGeom>
        </p:spPr>
      </p:pic>
      <p:pic>
        <p:nvPicPr>
          <p:cNvPr id="38" name="returns-routing — connector: returns-routing / request-route / 33" descr="Reusable connector; independently movable vector artwork with PNG fallback."/>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7480300" y="4591050"/>
            <a:ext cx="850900" cy="215900"/>
          </a:xfrm>
          <a:prstGeom prst="rect">
            <a:avLst/>
          </a:prstGeom>
        </p:spPr>
      </p:pic>
      <p:pic>
        <p:nvPicPr>
          <p:cNvPr id="39" name="returns-routing — connector: returns-routing / request-route / 34" descr="Reusable connector; independently movable vector artwork with PNG fallback."/>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8153400" y="2387600"/>
            <a:ext cx="177800" cy="2400300"/>
          </a:xfrm>
          <a:prstGeom prst="rect">
            <a:avLst/>
          </a:prstGeom>
        </p:spPr>
      </p:pic>
      <p:pic>
        <p:nvPicPr>
          <p:cNvPr id="40" name="returns-routing — decoration: returns-routing / decoration-35 / 35" descr="Reusable decoration; independently movable vector artwork with PNG fallback."/>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8134350" y="3479800"/>
            <a:ext cx="215900" cy="215900"/>
          </a:xfrm>
          <a:prstGeom prst="rect">
            <a:avLst/>
          </a:prstGeom>
        </p:spPr>
      </p:pic>
      <p:pic>
        <p:nvPicPr>
          <p:cNvPr id="41" name="returns-routing — label: returns-routing / Eligible quotes / 36" descr="Reusable label; independently movable vector artwork with PNG fallback."/>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575550" y="2057400"/>
            <a:ext cx="1314450" cy="311150"/>
          </a:xfrm>
          <a:prstGeom prst="rect">
            <a:avLst/>
          </a:prstGeom>
        </p:spPr>
      </p:pic>
      <p:pic>
        <p:nvPicPr>
          <p:cNvPr id="42" name="returns-routing — connector: returns-routing / request-route / 37" descr="Reusable connector; independently movable vector artwork with PNG fallback."/>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8153400" y="3479800"/>
            <a:ext cx="876300" cy="215900"/>
          </a:xfrm>
          <a:prstGeom prst="rect">
            <a:avLst/>
          </a:prstGeom>
        </p:spPr>
      </p:pic>
      <p:pic>
        <p:nvPicPr>
          <p:cNvPr id="43" name="returns-routing — label: returns-routing / For each selected task / 38" descr="Reusable label; independently movable vector artwork with PNG fallback."/>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8972550" y="2863850"/>
            <a:ext cx="1981200" cy="285750"/>
          </a:xfrm>
          <a:prstGeom prst="rect">
            <a:avLst/>
          </a:prstGeom>
        </p:spPr>
      </p:pic>
      <p:pic>
        <p:nvPicPr>
          <p:cNvPr id="44" name="returns-routing — illustration: returns-routing / customer / 39" descr="Reusable illustration; independently movable vector artwork with PNG fallback."/>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9004300" y="3130550"/>
            <a:ext cx="838200" cy="946150"/>
          </a:xfrm>
          <a:prstGeom prst="rect">
            <a:avLst/>
          </a:prstGeom>
        </p:spPr>
      </p:pic>
      <p:pic>
        <p:nvPicPr>
          <p:cNvPr id="45" name="returns-routing — badge: returns-routing / confirm-terms / 40" descr="Reusable badge; independently movable vector artwork with PNG fallback."/>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9569450" y="3238500"/>
            <a:ext cx="457200" cy="457200"/>
          </a:xfrm>
          <a:prstGeom prst="rect">
            <a:avLst/>
          </a:prstGeom>
        </p:spPr>
      </p:pic>
      <p:pic>
        <p:nvPicPr>
          <p:cNvPr id="46" name="returns-routing — label: returns-routing / Confirm terms / 41" descr="Reusable label; independently movable vector artwork with PNG fallback."/>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8737600" y="4108450"/>
            <a:ext cx="1397000" cy="298450"/>
          </a:xfrm>
          <a:prstGeom prst="rect">
            <a:avLst/>
          </a:prstGeom>
        </p:spPr>
      </p:pic>
      <p:pic>
        <p:nvPicPr>
          <p:cNvPr id="47" name="returns-routing — connector: returns-routing / request-route / 42" descr="Reusable connector; independently movable vector artwork with PNG fallback."/>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9880600" y="3543300"/>
            <a:ext cx="635000" cy="215900"/>
          </a:xfrm>
          <a:prstGeom prst="rect">
            <a:avLst/>
          </a:prstGeom>
        </p:spPr>
      </p:pic>
      <p:pic>
        <p:nvPicPr>
          <p:cNvPr id="48" name="returns-routing — illustration: returns-routing / commit / 43" descr="Reusable illustration; independently movable vector artwork with PNG fallback."/>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10464800" y="3187700"/>
            <a:ext cx="933450" cy="927100"/>
          </a:xfrm>
          <a:prstGeom prst="rect">
            <a:avLst/>
          </a:prstGeom>
        </p:spPr>
      </p:pic>
      <p:pic>
        <p:nvPicPr>
          <p:cNvPr id="49" name="returns-routing — label: returns-routing / Service result / 44" descr="Reusable label; independently movable vector artwork with PNG fallback."/>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10229850" y="4108450"/>
            <a:ext cx="1358900" cy="298450"/>
          </a:xfrm>
          <a:prstGeom prst="rect">
            <a:avLst/>
          </a:prstGeom>
        </p:spPr>
      </p:pic>
      <p:pic>
        <p:nvPicPr>
          <p:cNvPr id="50" name="returns-routing — connector: returns-routing / request-route / 45" descr="Reusable connector; independently movable vector artwork with PNG fallback."/>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1644650" y="3930650"/>
            <a:ext cx="838200" cy="1238250"/>
          </a:xfrm>
          <a:prstGeom prst="rect">
            <a:avLst/>
          </a:prstGeom>
        </p:spPr>
      </p:pic>
      <p:pic>
        <p:nvPicPr>
          <p:cNvPr id="51" name="returns-routing — label: returns-routing / Unclear? / 46" descr="Reusable label; independently movable vector artwork with PNG fallback."/>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1816100" y="4248150"/>
            <a:ext cx="895350" cy="292100"/>
          </a:xfrm>
          <a:prstGeom prst="rect">
            <a:avLst/>
          </a:prstGeom>
        </p:spPr>
      </p:pic>
      <p:pic>
        <p:nvPicPr>
          <p:cNvPr id="52" name="returns-routing — illustration: returns-routing / clarify / 47" descr="Reusable illustration; independently movable vector artwork with PNG fallback."/>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2413000" y="4692650"/>
            <a:ext cx="800100" cy="736600"/>
          </a:xfrm>
          <a:prstGeom prst="rect">
            <a:avLst/>
          </a:prstGeom>
        </p:spPr>
      </p:pic>
      <p:pic>
        <p:nvPicPr>
          <p:cNvPr id="53" name="returns-routing — label: returns-routing / Clarify / 48" descr="Reusable label; independently movable vector artwork with PNG fallback."/>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2438400" y="5435600"/>
            <a:ext cx="742950" cy="336550"/>
          </a:xfrm>
          <a:prstGeom prst="rect">
            <a:avLst/>
          </a:prstGeom>
        </p:spPr>
      </p:pic>
      <p:pic>
        <p:nvPicPr>
          <p:cNvPr id="54" name="returns-routing — connector: returns-routing / request-route / 49" descr="Reusable connector; independently movable vector artwork with PNG fallback."/>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3143250" y="4984750"/>
            <a:ext cx="749300" cy="431800"/>
          </a:xfrm>
          <a:prstGeom prst="rect">
            <a:avLst/>
          </a:prstGeom>
        </p:spPr>
      </p:pic>
      <p:pic>
        <p:nvPicPr>
          <p:cNvPr id="55" name="returns-routing — badge: returns-routing / continuation-C / 50" descr="Reusable badge; independently movable vector artwork with PNG fallback."/>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3759200" y="5086350"/>
            <a:ext cx="444500" cy="444500"/>
          </a:xfrm>
          <a:prstGeom prst="rect">
            <a:avLst/>
          </a:prstGeom>
        </p:spPr>
      </p:pic>
      <p:pic>
        <p:nvPicPr>
          <p:cNvPr id="56" name="returns-routing — label: returns-routing / If unresolved / 51" descr="Reusable label; independently movable vector artwork with PNG fallback."/>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4210050" y="5448300"/>
            <a:ext cx="1130300" cy="279400"/>
          </a:xfrm>
          <a:prstGeom prst="rect">
            <a:avLst/>
          </a:prstGeom>
        </p:spPr>
      </p:pic>
      <p:pic>
        <p:nvPicPr>
          <p:cNvPr id="57" name="returns-routing — label: returns-routing / Reasoning gate / 52" descr="Reusable label; independently movable vector artwork with PNG fallback."/>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4165600" y="5168900"/>
            <a:ext cx="1460500" cy="323850"/>
          </a:xfrm>
          <a:prstGeom prst="rect">
            <a:avLst/>
          </a:prstGeom>
        </p:spPr>
      </p:pic>
      <p:pic>
        <p:nvPicPr>
          <p:cNvPr id="58" name="returns-routing — connector: returns-routing / request-route / 53" descr="Reusable connector; independently movable vector artwork with PNG fallback."/>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736600" y="3422650"/>
            <a:ext cx="1911350" cy="2108200"/>
          </a:xfrm>
          <a:prstGeom prst="rect">
            <a:avLst/>
          </a:prstGeom>
        </p:spPr>
      </p:pic>
      <p:pic>
        <p:nvPicPr>
          <p:cNvPr id="59" name="returns-routing — label: returns-routing / Reassess / 54" descr="Reusable label; independently movable vector artwork with PNG fallback."/>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1079500" y="5454650"/>
            <a:ext cx="869950" cy="273050"/>
          </a:xfrm>
          <a:prstGeom prst="rect">
            <a:avLst/>
          </a:prstGeom>
        </p:spPr>
      </p:pic>
      <p:pic>
        <p:nvPicPr>
          <p:cNvPr id="60" name="returns-routing — label: returns-routing / Keep every task and its conditions. / 55" descr="Reusable label; independently movable vector artwork with PNG fallback."/>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6553200" y="5378450"/>
            <a:ext cx="3213100" cy="3302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Intent routing">
            <a:hlinkClick r:id="rId5" tooltip="Intent routing"/>
          </p:cNvPr>
          <p:cNvSpPr/>
          <p:nvPr/>
        </p:nvSpPr>
        <p:spPr>
          <a:xfrm>
            <a:off x="4139747" y="6149022"/>
            <a:ext cx="77892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eturns-fallback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5" name="returns-fallback — background: returns-fallback / background-1 / 1" descr="Reusable background;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8800" y="1854200"/>
            <a:ext cx="11074400" cy="3937000"/>
          </a:xfrm>
          <a:prstGeom prst="rect">
            <a:avLst/>
          </a:prstGeom>
        </p:spPr>
      </p:pic>
      <p:pic>
        <p:nvPicPr>
          <p:cNvPr id="6" name="returns-fallback — badge: returns-fallback / continuation-C / 2" descr="Reusable badge;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8800" y="1854200"/>
            <a:ext cx="412750" cy="419100"/>
          </a:xfrm>
          <a:prstGeom prst="rect">
            <a:avLst/>
          </a:prstGeom>
        </p:spPr>
      </p:pic>
      <p:pic>
        <p:nvPicPr>
          <p:cNvPr id="7" name="returns-fallback — label: returns-fallback / Verified access + purchase / 3" descr="Reusable label;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5350" y="1917700"/>
            <a:ext cx="2343150" cy="317500"/>
          </a:xfrm>
          <a:prstGeom prst="rect">
            <a:avLst/>
          </a:prstGeom>
        </p:spPr>
      </p:pic>
      <p:pic>
        <p:nvPicPr>
          <p:cNvPr id="8" name="returns-fallback — connector: returns-fallback / request-route / 4" descr="Reusable connector;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01750" y="4279900"/>
            <a:ext cx="5537200" cy="831850"/>
          </a:xfrm>
          <a:prstGeom prst="rect">
            <a:avLst/>
          </a:prstGeom>
        </p:spPr>
      </p:pic>
      <p:pic>
        <p:nvPicPr>
          <p:cNvPr id="9" name="returns-fallback — label: returns-fallback / Clear meaning / 5" descr="Reusable label;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838450" y="4679950"/>
            <a:ext cx="1409700" cy="336550"/>
          </a:xfrm>
          <a:prstGeom prst="rect">
            <a:avLst/>
          </a:prstGeom>
        </p:spPr>
      </p:pic>
      <p:pic>
        <p:nvPicPr>
          <p:cNvPr id="10" name="returns-fallback — connector: returns-fallback / request-route / 6" descr="Reusable connector;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854200" y="2971800"/>
            <a:ext cx="749300" cy="977900"/>
          </a:xfrm>
          <a:prstGeom prst="rect">
            <a:avLst/>
          </a:prstGeom>
        </p:spPr>
      </p:pic>
      <p:pic>
        <p:nvPicPr>
          <p:cNvPr id="11" name="returns-fallback — label: returns-fallback / Unclear? / 7" descr="Reusable label;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89100" y="2673350"/>
            <a:ext cx="869950" cy="285750"/>
          </a:xfrm>
          <a:prstGeom prst="rect">
            <a:avLst/>
          </a:prstGeom>
        </p:spPr>
      </p:pic>
      <p:pic>
        <p:nvPicPr>
          <p:cNvPr id="12" name="returns-fallback — connector: returns-fallback / request-route / 8" descr="Reusable connector;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613150" y="2965450"/>
            <a:ext cx="679450" cy="215900"/>
          </a:xfrm>
          <a:prstGeom prst="rect">
            <a:avLst/>
          </a:prstGeom>
        </p:spPr>
      </p:pic>
      <p:pic>
        <p:nvPicPr>
          <p:cNvPr id="13" name="returns-fallback — connector: returns-fallback / request-route / 9" descr="Reusable connector;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194300" y="2965450"/>
            <a:ext cx="857250" cy="215900"/>
          </a:xfrm>
          <a:prstGeom prst="rect">
            <a:avLst/>
          </a:prstGeom>
        </p:spPr>
      </p:pic>
      <p:pic>
        <p:nvPicPr>
          <p:cNvPr id="14" name="returns-fallback — label: returns-fallback / Ready / 10" descr="Reusable label;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334000" y="2736850"/>
            <a:ext cx="622300" cy="304800"/>
          </a:xfrm>
          <a:prstGeom prst="rect">
            <a:avLst/>
          </a:prstGeom>
        </p:spPr>
      </p:pic>
      <p:pic>
        <p:nvPicPr>
          <p:cNvPr id="15" name="returns-fallback — connector: returns-fallback / request-route / 11" descr="Reusable connector;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7334250" y="2927350"/>
            <a:ext cx="1225550" cy="215900"/>
          </a:xfrm>
          <a:prstGeom prst="rect">
            <a:avLst/>
          </a:prstGeom>
        </p:spPr>
      </p:pic>
      <p:pic>
        <p:nvPicPr>
          <p:cNvPr id="16" name="returns-fallback — label: returns-fallback / Proposal / 12" descr="Reusable label;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537450" y="2692400"/>
            <a:ext cx="838200" cy="311150"/>
          </a:xfrm>
          <a:prstGeom prst="rect">
            <a:avLst/>
          </a:prstGeom>
        </p:spPr>
      </p:pic>
      <p:pic>
        <p:nvPicPr>
          <p:cNvPr id="17" name="returns-fallback — connector: returns-fallback / request-route / 13" descr="Reusable connector;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590800" y="3460750"/>
            <a:ext cx="4140200" cy="1631950"/>
          </a:xfrm>
          <a:prstGeom prst="rect">
            <a:avLst/>
          </a:prstGeom>
        </p:spPr>
      </p:pic>
      <p:pic>
        <p:nvPicPr>
          <p:cNvPr id="18" name="returns-fallback — decoration: returns-fallback / decoration-14 / 14" descr="Reusable decoration;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534150" y="4895850"/>
            <a:ext cx="215900" cy="215900"/>
          </a:xfrm>
          <a:prstGeom prst="rect">
            <a:avLst/>
          </a:prstGeom>
        </p:spPr>
      </p:pic>
      <p:pic>
        <p:nvPicPr>
          <p:cNvPr id="19" name="returns-fallback — label: returns-fallback / Resolved / 15" descr="Reusable label;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441950" y="4222750"/>
            <a:ext cx="901700" cy="285750"/>
          </a:xfrm>
          <a:prstGeom prst="rect">
            <a:avLst/>
          </a:prstGeom>
        </p:spPr>
      </p:pic>
      <p:pic>
        <p:nvPicPr>
          <p:cNvPr id="20" name="returns-fallback — connector: returns-fallback / request-route / 16" descr="Reusable connector;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213600" y="3505200"/>
            <a:ext cx="1435100" cy="1028700"/>
          </a:xfrm>
          <a:prstGeom prst="rect">
            <a:avLst/>
          </a:prstGeom>
        </p:spPr>
      </p:pic>
      <p:pic>
        <p:nvPicPr>
          <p:cNvPr id="21" name="returns-fallback — label: returns-fallback / Validated / 17" descr="Reusable label;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7308850" y="3784600"/>
            <a:ext cx="901700" cy="285750"/>
          </a:xfrm>
          <a:prstGeom prst="rect">
            <a:avLst/>
          </a:prstGeom>
        </p:spPr>
      </p:pic>
      <p:pic>
        <p:nvPicPr>
          <p:cNvPr id="22" name="returns-fallback — connector: returns-fallback / request-route / 18" descr="Reusable connector;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9740900" y="3130550"/>
            <a:ext cx="673100" cy="215900"/>
          </a:xfrm>
          <a:prstGeom prst="rect">
            <a:avLst/>
          </a:prstGeom>
        </p:spPr>
      </p:pic>
      <p:pic>
        <p:nvPicPr>
          <p:cNvPr id="23" name="returns-fallback — connector: returns-fallback / request-route / 19" descr="Reusable connector;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254500" y="3435350"/>
            <a:ext cx="590550" cy="698500"/>
          </a:xfrm>
          <a:prstGeom prst="rect">
            <a:avLst/>
          </a:prstGeom>
        </p:spPr>
      </p:pic>
      <p:pic>
        <p:nvPicPr>
          <p:cNvPr id="24" name="returns-fallback — connector: returns-fallback / request-route / 20" descr="Reusable connector;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4667250" y="3829050"/>
            <a:ext cx="571500" cy="304800"/>
          </a:xfrm>
          <a:prstGeom prst="rect">
            <a:avLst/>
          </a:prstGeom>
        </p:spPr>
      </p:pic>
      <p:pic>
        <p:nvPicPr>
          <p:cNvPr id="25" name="returns-fallback — illustration: returns-fallback / system-one / 21" descr="Reusable illustration;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69950" y="3422650"/>
            <a:ext cx="1098550" cy="1054100"/>
          </a:xfrm>
          <a:prstGeom prst="rect">
            <a:avLst/>
          </a:prstGeom>
        </p:spPr>
      </p:pic>
      <p:pic>
        <p:nvPicPr>
          <p:cNvPr id="26" name="returns-fallback — label: returns-fallback / System One / 22" descr="Reusable label;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819150" y="3111500"/>
            <a:ext cx="1206500" cy="336550"/>
          </a:xfrm>
          <a:prstGeom prst="rect">
            <a:avLst/>
          </a:prstGeom>
        </p:spPr>
      </p:pic>
      <p:pic>
        <p:nvPicPr>
          <p:cNvPr id="27" name="returns-fallback — illustration: returns-fallback / clarify / 23" descr="Reusable illustration;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2540000" y="2476500"/>
            <a:ext cx="1219200" cy="1104900"/>
          </a:xfrm>
          <a:prstGeom prst="rect">
            <a:avLst/>
          </a:prstGeom>
        </p:spPr>
      </p:pic>
      <p:pic>
        <p:nvPicPr>
          <p:cNvPr id="28" name="returns-fallback — label: returns-fallback / Clarify / 24" descr="Reusable label;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2755900" y="3549650"/>
            <a:ext cx="781050" cy="349250"/>
          </a:xfrm>
          <a:prstGeom prst="rect">
            <a:avLst/>
          </a:prstGeom>
        </p:spPr>
      </p:pic>
      <p:pic>
        <p:nvPicPr>
          <p:cNvPr id="29" name="returns-fallback — illustration: returns-fallback / policy / 25" descr="Reusable illustration; independently movable vector artwork with PNG fallback."/>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4286250" y="2476500"/>
            <a:ext cx="1085850" cy="1085850"/>
          </a:xfrm>
          <a:prstGeom prst="rect">
            <a:avLst/>
          </a:prstGeom>
        </p:spPr>
      </p:pic>
      <p:pic>
        <p:nvPicPr>
          <p:cNvPr id="30" name="returns-fallback — label: returns-fallback / Facts + checks / 26" descr="Reusable label; independently movable vector artwork with PNG fallback."/>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4013200" y="2171700"/>
            <a:ext cx="1492250" cy="298450"/>
          </a:xfrm>
          <a:prstGeom prst="rect">
            <a:avLst/>
          </a:prstGeom>
        </p:spPr>
      </p:pic>
      <p:pic>
        <p:nvPicPr>
          <p:cNvPr id="31" name="returns-fallback — illustration: returns-fallback / frontier / 27" descr="Reusable illustration; independently movable vector artwork with PNG fallback."/>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5924550" y="2336800"/>
            <a:ext cx="1606550" cy="1384300"/>
          </a:xfrm>
          <a:prstGeom prst="rect">
            <a:avLst/>
          </a:prstGeom>
        </p:spPr>
      </p:pic>
      <p:pic>
        <p:nvPicPr>
          <p:cNvPr id="32" name="returns-fallback — label: returns-fallback / Meaning unresolved? / 28" descr="Reusable label; independently movable vector artwork with PNG fallback."/>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5778500" y="1974850"/>
            <a:ext cx="1898650" cy="317500"/>
          </a:xfrm>
          <a:prstGeom prst="rect">
            <a:avLst/>
          </a:prstGeom>
        </p:spPr>
      </p:pic>
      <p:pic>
        <p:nvPicPr>
          <p:cNvPr id="33" name="returns-fallback — label: returns-fallback / Frontier LLM / 29" descr="Reusable label; independently movable vector artwork with PNG fallback."/>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6038850" y="3651250"/>
            <a:ext cx="1371600" cy="304800"/>
          </a:xfrm>
          <a:prstGeom prst="rect">
            <a:avLst/>
          </a:prstGeom>
        </p:spPr>
      </p:pic>
      <p:pic>
        <p:nvPicPr>
          <p:cNvPr id="34" name="returns-fallback — illustration: returns-fallback / review / 30" descr="Reusable illustration; independently movable vector artwork with PNG fallback."/>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8477250" y="2616200"/>
            <a:ext cx="1397000" cy="1054100"/>
          </a:xfrm>
          <a:prstGeom prst="rect">
            <a:avLst/>
          </a:prstGeom>
        </p:spPr>
      </p:pic>
      <p:pic>
        <p:nvPicPr>
          <p:cNvPr id="35" name="returns-fallback — label: returns-fallback / Human review / 31" descr="Reusable label; independently movable vector artwork with PNG fallback."/>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8375650" y="3657600"/>
            <a:ext cx="1524000" cy="304800"/>
          </a:xfrm>
          <a:prstGeom prst="rect">
            <a:avLst/>
          </a:prstGeom>
        </p:spPr>
      </p:pic>
      <p:pic>
        <p:nvPicPr>
          <p:cNvPr id="36" name="returns-fallback — illustration: returns-fallback / hold / 32" descr="Reusable illustration; independently movable vector artwork with PNG fallback."/>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10325100" y="3022600"/>
            <a:ext cx="431800" cy="438150"/>
          </a:xfrm>
          <a:prstGeom prst="rect">
            <a:avLst/>
          </a:prstGeom>
        </p:spPr>
      </p:pic>
      <p:pic>
        <p:nvPicPr>
          <p:cNvPr id="37" name="returns-fallback — label: returns-fallback / Hold / 33" descr="Reusable label; independently movable vector artwork with PNG fallback."/>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10280650" y="3460750"/>
            <a:ext cx="520700" cy="285750"/>
          </a:xfrm>
          <a:prstGeom prst="rect">
            <a:avLst/>
          </a:prstGeom>
        </p:spPr>
      </p:pic>
      <p:pic>
        <p:nvPicPr>
          <p:cNvPr id="38" name="returns-fallback — illustration: returns-fallback / stop / 34" descr="Reusable illustration; independently movable vector artwork with PNG fallback."/>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4146550" y="3981450"/>
            <a:ext cx="425450" cy="425450"/>
          </a:xfrm>
          <a:prstGeom prst="rect">
            <a:avLst/>
          </a:prstGeom>
        </p:spPr>
      </p:pic>
      <p:pic>
        <p:nvPicPr>
          <p:cNvPr id="39" name="returns-fallback — illustration: returns-fallback / hold / 35" descr="Reusable illustration; independently movable vector artwork with PNG fallback."/>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4927600" y="3987800"/>
            <a:ext cx="400050" cy="406400"/>
          </a:xfrm>
          <a:prstGeom prst="rect">
            <a:avLst/>
          </a:prstGeom>
        </p:spPr>
      </p:pic>
      <p:pic>
        <p:nvPicPr>
          <p:cNvPr id="40" name="returns-fallback — label: returns-fallback / Decline / 36" descr="Reusable label; independently movable vector artwork with PNG fallback."/>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4013200" y="4279900"/>
            <a:ext cx="704850" cy="273050"/>
          </a:xfrm>
          <a:prstGeom prst="rect">
            <a:avLst/>
          </a:prstGeom>
        </p:spPr>
      </p:pic>
      <p:pic>
        <p:nvPicPr>
          <p:cNvPr id="41" name="returns-fallback — label: returns-fallback / Hold / 37" descr="Reusable label; independently movable vector artwork with PNG fallback."/>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4883150" y="4279900"/>
            <a:ext cx="488950" cy="273050"/>
          </a:xfrm>
          <a:prstGeom prst="rect">
            <a:avLst/>
          </a:prstGeom>
        </p:spPr>
      </p:pic>
      <p:pic>
        <p:nvPicPr>
          <p:cNvPr id="42" name="returns-fallback — illustration: returns-fallback / tasks / 38" descr="Reusable illustration; independently movable vector artwork with PNG fallback."/>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6838950" y="4406900"/>
            <a:ext cx="1060450" cy="1009650"/>
          </a:xfrm>
          <a:prstGeom prst="rect">
            <a:avLst/>
          </a:prstGeom>
        </p:spPr>
      </p:pic>
      <p:pic>
        <p:nvPicPr>
          <p:cNvPr id="43" name="returns-fallback — label: returns-fallback / Route + rules / 39" descr="Reusable label; independently movable vector artwork with PNG fallback."/>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6635750" y="5416550"/>
            <a:ext cx="1390650" cy="304800"/>
          </a:xfrm>
          <a:prstGeom prst="rect">
            <a:avLst/>
          </a:prstGeom>
        </p:spPr>
      </p:pic>
      <p:pic>
        <p:nvPicPr>
          <p:cNvPr id="44" name="returns-fallback — connector: returns-fallback / request-route / 40" descr="Reusable connector; independently movable vector artwork with PNG fallback."/>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7816850" y="4889500"/>
            <a:ext cx="863600" cy="215900"/>
          </a:xfrm>
          <a:prstGeom prst="rect">
            <a:avLst/>
          </a:prstGeom>
        </p:spPr>
      </p:pic>
      <p:pic>
        <p:nvPicPr>
          <p:cNvPr id="45" name="returns-fallback — label: returns-fallback / Eligible / 41" descr="Reusable label; independently movable vector artwork with PNG fallback."/>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7918450" y="4603750"/>
            <a:ext cx="679450" cy="304800"/>
          </a:xfrm>
          <a:prstGeom prst="rect">
            <a:avLst/>
          </a:prstGeom>
        </p:spPr>
      </p:pic>
      <p:pic>
        <p:nvPicPr>
          <p:cNvPr id="46" name="returns-fallback — illustration: returns-fallback / customer / 42" descr="Reusable illustration; independently movable vector artwork with PNG fallback."/>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8674100" y="4445000"/>
            <a:ext cx="889000" cy="1003300"/>
          </a:xfrm>
          <a:prstGeom prst="rect">
            <a:avLst/>
          </a:prstGeom>
        </p:spPr>
      </p:pic>
      <p:pic>
        <p:nvPicPr>
          <p:cNvPr id="47" name="returns-fallback — badge: returns-fallback / confirmed-terms / 43" descr="Reusable badge; independently movable vector artwork with PNG fallback."/>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9245600" y="4584700"/>
            <a:ext cx="444500" cy="444500"/>
          </a:xfrm>
          <a:prstGeom prst="rect">
            <a:avLst/>
          </a:prstGeom>
        </p:spPr>
      </p:pic>
      <p:pic>
        <p:nvPicPr>
          <p:cNvPr id="48" name="returns-fallback — label: returns-fallback / Confirm terms / 44" descr="Reusable label; independently movable vector artwork with PNG fallback."/>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8407400" y="5422900"/>
            <a:ext cx="1447800" cy="298450"/>
          </a:xfrm>
          <a:prstGeom prst="rect">
            <a:avLst/>
          </a:prstGeom>
        </p:spPr>
      </p:pic>
      <p:pic>
        <p:nvPicPr>
          <p:cNvPr id="49" name="returns-fallback — connector: returns-fallback / request-route / 45" descr="Reusable connector; independently movable vector artwork with PNG fallback."/>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9537700" y="4889500"/>
            <a:ext cx="698500" cy="215900"/>
          </a:xfrm>
          <a:prstGeom prst="rect">
            <a:avLst/>
          </a:prstGeom>
        </p:spPr>
      </p:pic>
      <p:pic>
        <p:nvPicPr>
          <p:cNvPr id="50" name="returns-fallback — illustration: returns-fallback / commit / 46" descr="Reusable illustration; independently movable vector artwork with PNG fallback."/>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10198100" y="4387850"/>
            <a:ext cx="1130300" cy="1123950"/>
          </a:xfrm>
          <a:prstGeom prst="rect">
            <a:avLst/>
          </a:prstGeom>
        </p:spPr>
      </p:pic>
      <p:pic>
        <p:nvPicPr>
          <p:cNvPr id="51" name="returns-fallback — label: returns-fallback / Service result / 47" descr="Reusable label; independently movable vector artwork with PNG fallback."/>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10001250" y="5422900"/>
            <a:ext cx="1403350" cy="298450"/>
          </a:xfrm>
          <a:prstGeom prst="rect">
            <a:avLst/>
          </a:prstGeom>
        </p:spPr>
      </p:pic>
      <p:sp>
        <p:nvSpPr>
          <p:cNvPr id="3" name="Source: Intent routing">
            <a:hlinkClick r:id="rId3" tooltip="Intent routing"/>
          </p:cNvPr>
          <p:cNvSpPr/>
          <p:nvPr/>
        </p:nvSpPr>
        <p:spPr>
          <a:xfrm>
            <a:off x="558800" y="6149022"/>
            <a:ext cx="778923"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432198"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returns-policy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3" name="returns-policy — background: returns-policy / background-1 / 1" descr="Reusable background; independently movable vector artwork with PNG fallback."/>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800" y="1854200"/>
            <a:ext cx="11074400" cy="3937000"/>
          </a:xfrm>
          <a:prstGeom prst="rect">
            <a:avLst/>
          </a:prstGeom>
        </p:spPr>
      </p:pic>
      <p:pic>
        <p:nvPicPr>
          <p:cNvPr id="4" name="returns-policy — connector: returns-policy / connector-2 / 2" descr="Reusable connector;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52700" y="2724150"/>
            <a:ext cx="965200" cy="1085850"/>
          </a:xfrm>
          <a:prstGeom prst="rect">
            <a:avLst/>
          </a:prstGeom>
        </p:spPr>
      </p:pic>
      <p:pic>
        <p:nvPicPr>
          <p:cNvPr id="5" name="returns-policy — connector: returns-policy / connector-3 / 3" descr="Reusable connector;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01950" y="3632200"/>
            <a:ext cx="615950" cy="1212850"/>
          </a:xfrm>
          <a:prstGeom prst="rect">
            <a:avLst/>
          </a:prstGeom>
        </p:spPr>
      </p:pic>
      <p:pic>
        <p:nvPicPr>
          <p:cNvPr id="6" name="returns-policy — decoration: returns-policy / decoration-4 / 4" descr="Reusable decoration;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76550" y="3606800"/>
            <a:ext cx="228600" cy="228600"/>
          </a:xfrm>
          <a:prstGeom prst="rect">
            <a:avLst/>
          </a:prstGeom>
        </p:spPr>
      </p:pic>
      <p:pic>
        <p:nvPicPr>
          <p:cNvPr id="7" name="returns-policy — connector: returns-policy / connector-5 / 5" descr="Reusable connector;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84750" y="2724150"/>
            <a:ext cx="819150" cy="215900"/>
          </a:xfrm>
          <a:prstGeom prst="rect">
            <a:avLst/>
          </a:prstGeom>
        </p:spPr>
      </p:pic>
      <p:pic>
        <p:nvPicPr>
          <p:cNvPr id="8" name="returns-policy — connector: returns-policy / connector-6 / 6" descr="Reusable connector;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84750" y="4629150"/>
            <a:ext cx="819150" cy="215900"/>
          </a:xfrm>
          <a:prstGeom prst="rect">
            <a:avLst/>
          </a:prstGeom>
        </p:spPr>
      </p:pic>
      <p:pic>
        <p:nvPicPr>
          <p:cNvPr id="9" name="returns-policy — connector: returns-policy / connector-7 / 7" descr="Reusable connector;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37400" y="2743200"/>
            <a:ext cx="1079500" cy="1085850"/>
          </a:xfrm>
          <a:prstGeom prst="rect">
            <a:avLst/>
          </a:prstGeom>
        </p:spPr>
      </p:pic>
      <p:pic>
        <p:nvPicPr>
          <p:cNvPr id="10" name="returns-policy — connector: returns-policy / connector-8 / 8" descr="Reusable connector;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137400" y="3632200"/>
            <a:ext cx="673100" cy="1193800"/>
          </a:xfrm>
          <a:prstGeom prst="rect">
            <a:avLst/>
          </a:prstGeom>
        </p:spPr>
      </p:pic>
      <p:pic>
        <p:nvPicPr>
          <p:cNvPr id="11" name="returns-policy — decoration: returns-policy / decoration-9 / 9" descr="Reusable decoration;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607300" y="3606800"/>
            <a:ext cx="228600" cy="228600"/>
          </a:xfrm>
          <a:prstGeom prst="rect">
            <a:avLst/>
          </a:prstGeom>
        </p:spPr>
      </p:pic>
      <p:pic>
        <p:nvPicPr>
          <p:cNvPr id="12" name="returns-policy — connector: returns-policy / connector-10 / 10" descr="Reusable connector;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12250" y="3613150"/>
            <a:ext cx="635000" cy="215900"/>
          </a:xfrm>
          <a:prstGeom prst="rect">
            <a:avLst/>
          </a:prstGeom>
        </p:spPr>
      </p:pic>
      <p:pic>
        <p:nvPicPr>
          <p:cNvPr id="13" name="returns-policy — illustration: returns-policy / identity / 11" descr="Reusable illustration;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41350" y="3149600"/>
            <a:ext cx="1073150" cy="946150"/>
          </a:xfrm>
          <a:prstGeom prst="rect">
            <a:avLst/>
          </a:prstGeom>
        </p:spPr>
      </p:pic>
      <p:pic>
        <p:nvPicPr>
          <p:cNvPr id="14" name="returns-policy — illustration: returns-policy / receipt / 12" descr="Reusable illustration;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68450" y="2990850"/>
            <a:ext cx="1174750" cy="1231900"/>
          </a:xfrm>
          <a:prstGeom prst="rect">
            <a:avLst/>
          </a:prstGeom>
        </p:spPr>
      </p:pic>
      <p:pic>
        <p:nvPicPr>
          <p:cNvPr id="15" name="returns-policy — label: returns-policy / Verified purchase / 13" descr="Reusable label;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93750" y="4267200"/>
            <a:ext cx="1847850" cy="349250"/>
          </a:xfrm>
          <a:prstGeom prst="rect">
            <a:avLst/>
          </a:prstGeom>
        </p:spPr>
      </p:pic>
      <p:pic>
        <p:nvPicPr>
          <p:cNvPr id="16" name="returns-policy — illustration: returns-policy / calendar-standard-30 / 14" descr="Reusable illustration;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416300" y="1962150"/>
            <a:ext cx="1708150" cy="1835150"/>
          </a:xfrm>
          <a:prstGeom prst="rect">
            <a:avLst/>
          </a:prstGeom>
        </p:spPr>
      </p:pic>
      <p:pic>
        <p:nvPicPr>
          <p:cNvPr id="17" name="returns-policy — illustration: returns-policy / calendar-plus-60 / 15" descr="Reusable illustration;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3416300" y="3867150"/>
            <a:ext cx="1708150" cy="1835150"/>
          </a:xfrm>
          <a:prstGeom prst="rect">
            <a:avLst/>
          </a:prstGeom>
        </p:spPr>
      </p:pic>
      <p:pic>
        <p:nvPicPr>
          <p:cNvPr id="18" name="returns-policy — label: returns-policy / Eligible / 16" descr="Reusable label;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010150" y="2432050"/>
            <a:ext cx="768350" cy="323850"/>
          </a:xfrm>
          <a:prstGeom prst="rect">
            <a:avLst/>
          </a:prstGeom>
        </p:spPr>
      </p:pic>
      <p:pic>
        <p:nvPicPr>
          <p:cNvPr id="19" name="returns-policy — label: returns-policy / Eligible / 17"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5010150" y="4337050"/>
            <a:ext cx="768350" cy="323850"/>
          </a:xfrm>
          <a:prstGeom prst="rect">
            <a:avLst/>
          </a:prstGeom>
        </p:spPr>
      </p:pic>
      <p:pic>
        <p:nvPicPr>
          <p:cNvPr id="20" name="returns-policy — illustration: returns-policy / shipping-five-dollars / 18" descr="Reusable illustration;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664200" y="2209800"/>
            <a:ext cx="1638300" cy="1371600"/>
          </a:xfrm>
          <a:prstGeom prst="rect">
            <a:avLst/>
          </a:prstGeom>
        </p:spPr>
      </p:pic>
      <p:pic>
        <p:nvPicPr>
          <p:cNvPr id="21" name="returns-policy — illustration: returns-policy / shipping-waived / 19" descr="Reusable illustration;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664200" y="4114800"/>
            <a:ext cx="1638300" cy="1371600"/>
          </a:xfrm>
          <a:prstGeom prst="rect">
            <a:avLst/>
          </a:prstGeom>
        </p:spPr>
      </p:pic>
      <p:pic>
        <p:nvPicPr>
          <p:cNvPr id="22" name="returns-policy — illustration: returns-policy / customer / 20" descr="Reusable illustration;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8255000" y="3098800"/>
            <a:ext cx="939800" cy="1066800"/>
          </a:xfrm>
          <a:prstGeom prst="rect">
            <a:avLst/>
          </a:prstGeom>
        </p:spPr>
      </p:pic>
      <p:pic>
        <p:nvPicPr>
          <p:cNvPr id="23" name="returns-policy — badge: returns-policy / customer-confirmation / 21" descr="Reusable badge;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8750300" y="3181350"/>
            <a:ext cx="520700" cy="520700"/>
          </a:xfrm>
          <a:prstGeom prst="rect">
            <a:avLst/>
          </a:prstGeom>
        </p:spPr>
      </p:pic>
      <p:pic>
        <p:nvPicPr>
          <p:cNvPr id="24" name="returns-policy — label: returns-policy / Confirm / 22" descr="Reusable label;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197850" y="4260850"/>
            <a:ext cx="958850" cy="317500"/>
          </a:xfrm>
          <a:prstGeom prst="rect">
            <a:avLst/>
          </a:prstGeom>
        </p:spPr>
      </p:pic>
      <p:pic>
        <p:nvPicPr>
          <p:cNvPr id="25" name="returns-policy — illustration: returns-policy / parcel / 23" descr="Reusable illustration;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0013950" y="3181350"/>
            <a:ext cx="1384300" cy="1225550"/>
          </a:xfrm>
          <a:prstGeom prst="rect">
            <a:avLst/>
          </a:prstGeom>
        </p:spPr>
      </p:pic>
      <p:pic>
        <p:nvPicPr>
          <p:cNvPr id="26" name="returns-policy — illustration: returns-policy / service-approval / 24" descr="Reusable illustration;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556750" y="3397250"/>
            <a:ext cx="508000" cy="660400"/>
          </a:xfrm>
          <a:prstGeom prst="rect">
            <a:avLst/>
          </a:prstGeom>
        </p:spPr>
      </p:pic>
      <p:pic>
        <p:nvPicPr>
          <p:cNvPr id="27" name="returns-policy — label: returns-policy / Service approves / 25" descr="Reusable label;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9601200" y="4273550"/>
            <a:ext cx="1771650" cy="342900"/>
          </a:xfrm>
          <a:prstGeom prst="rect">
            <a:avLst/>
          </a:prstGeom>
        </p:spPr>
      </p:pic>
      <p:pic>
        <p:nvPicPr>
          <p:cNvPr id="28" name="returns-policy — label: returns-policy / Return authorized / 26" descr="Reusable label; independently movable vector artwork with PNG fallback."/>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9556750" y="4565650"/>
            <a:ext cx="1866900" cy="304800"/>
          </a:xfrm>
          <a:prstGeom prst="rect">
            <a:avLst/>
          </a:prstGeom>
        </p:spPr>
      </p:pic>
      <p:pic>
        <p:nvPicPr>
          <p:cNvPr id="29" name="returns-policy — illustration: returns-policy / standard-day-45-declined / 27" descr="Reusable illustration; independently movable vector artwork with PNG fallback."/>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774700" y="4718050"/>
            <a:ext cx="2254250" cy="889000"/>
          </a:xfrm>
          <a:prstGeom prst="rect">
            <a:avLst/>
          </a:prstGeom>
        </p:spPr>
      </p:pic>
      <p:pic>
        <p:nvPicPr>
          <p:cNvPr id="30" name="returns-policy — badge: returns-policy / whole-item-policy-scope / 28" descr="Reusable badge; independently movable vector artwork with PNG fallback."/>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615950" y="2082800"/>
            <a:ext cx="2501900" cy="552450"/>
          </a:xfrm>
          <a:prstGeom prst="rect">
            <a:avLst/>
          </a:prstGeom>
        </p:spPr>
      </p:pic>
      <p:pic>
        <p:nvPicPr>
          <p:cNvPr id="31" name="returns-policy — label: returns-policy / whole-item-policy-scope-label / 29" descr="Reusable label; independently movable vector artwork with PNG fallback."/>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844550" y="2222500"/>
            <a:ext cx="2044700" cy="311150"/>
          </a:xfrm>
          <a:prstGeom prst="rect">
            <a:avLst/>
          </a:prstGeom>
        </p:spPr>
      </p:pic>
      <p:pic>
        <p:nvPicPr>
          <p:cNvPr id="32" name="returns-policy — label: returns-policy / invented-policy-label / 30" descr="Reusable label; independently movable vector artwork with PNG fallback."/>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1270000" y="2609850"/>
            <a:ext cx="12065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9022"/>
            <a:ext cx="1640241"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293516"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contract — outlined slide artwork" descr="Separate the remedy, the unit and the uncertain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9022"/>
            <a:ext cx="1085137" cy="162877"/>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738412" y="6149022"/>
            <a:ext cx="778923" cy="162877"/>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611810" y="6149022"/>
            <a:ext cx="150946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9022"/>
            <a:ext cx="1085137" cy="162877"/>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738412" y="6149022"/>
            <a:ext cx="272672" cy="162877"/>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05558" y="6149022"/>
            <a:ext cx="30971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9022"/>
            <a:ext cx="272672" cy="162877"/>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25947" y="6149022"/>
            <a:ext cx="30971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9022"/>
            <a:ext cx="1434666" cy="162877"/>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087941" y="6149022"/>
            <a:ext cx="102313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139747"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9022"/>
            <a:ext cx="1422121" cy="162877"/>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075396" y="6149022"/>
            <a:ext cx="1388455"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trace — outlined slide artwork" descr="Authorize the exchange, then resume the cable retur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23152" y="6149022"/>
            <a:ext cx="1442287"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095562" y="6149022"/>
            <a:ext cx="1388455"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9022"/>
            <a:ext cx="1075841" cy="162877"/>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29116"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9022"/>
            <a:ext cx="1075841" cy="162877"/>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29116"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9022"/>
            <a:ext cx="863507" cy="162877"/>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16782" y="6149022"/>
            <a:ext cx="1434666"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9022"/>
            <a:ext cx="144228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095562" y="6149022"/>
            <a:ext cx="1422121"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185442" y="6149022"/>
            <a:ext cx="79485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9022"/>
            <a:ext cx="1248519" cy="162877"/>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01794" y="6149022"/>
            <a:ext cx="794854"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9022"/>
            <a:ext cx="1969877" cy="162877"/>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23152" y="6149022"/>
            <a:ext cx="1422121" cy="162877"/>
          </a:xfrm>
          <a:prstGeom prst="rect">
            <a:avLst/>
          </a:prstGeom>
          <a:solidFill>
            <a:srgbClr val="FFFFFF">
              <a:alpha val="0"/>
            </a:srgbClr>
          </a:solidFill>
          <a:ln w="12700">
            <a:solidFill>
              <a:srgbClr val="333333">
                <a:alpha val="0"/>
              </a:srgbClr>
            </a:solidFill>
            <a:prstDash val="solid"/>
          </a:ln>
        </p:spPr>
      </p:sp>
      <p:sp>
        <p:nvSpPr>
          <p:cNvPr id="5" name="Source: Composable AI">
            <a:hlinkClick r:id="rId5" tooltip="Composable AI"/>
          </p:cNvPr>
          <p:cNvSpPr/>
          <p:nvPr/>
        </p:nvSpPr>
        <p:spPr>
          <a:xfrm>
            <a:off x="4139747" y="6149022"/>
            <a:ext cx="863507" cy="162877"/>
          </a:xfrm>
          <a:prstGeom prst="rect">
            <a:avLst/>
          </a:prstGeom>
          <a:solidFill>
            <a:srgbClr val="FFFFFF">
              <a:alpha val="0"/>
            </a:srgbClr>
          </a:solidFill>
          <a:ln w="12700">
            <a:solidFill>
              <a:srgbClr val="333333">
                <a:alpha val="0"/>
              </a:srgbClr>
            </a:solidFill>
            <a:prstDash val="solid"/>
          </a:ln>
        </p:spPr>
      </p:sp>
      <p:sp>
        <p:nvSpPr>
          <p:cNvPr id="6" name="Source: Jev + LangGraph">
            <a:hlinkClick r:id="rId6" tooltip="Jev + LangGraph"/>
          </p:cNvPr>
          <p:cNvSpPr/>
          <p:nvPr/>
        </p:nvSpPr>
        <p:spPr>
          <a:xfrm>
            <a:off x="5097729" y="6149022"/>
            <a:ext cx="926610"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93750" y="2477770"/>
            <a:ext cx="2791613" cy="225425"/>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93750" y="2830195"/>
            <a:ext cx="2097391" cy="225425"/>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93750" y="3182620"/>
            <a:ext cx="2070881" cy="225425"/>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93750" y="3535045"/>
            <a:ext cx="2026593" cy="225425"/>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40250" y="2477770"/>
            <a:ext cx="1418915" cy="225425"/>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40250" y="2830195"/>
            <a:ext cx="1545909" cy="225425"/>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40250" y="3182620"/>
            <a:ext cx="1842461" cy="225425"/>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40250" y="3535045"/>
            <a:ext cx="1245567" cy="225425"/>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40250" y="3887470"/>
            <a:ext cx="2357903" cy="225425"/>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6750" y="2477770"/>
            <a:ext cx="1335881" cy="225425"/>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6750" y="2830195"/>
            <a:ext cx="1627498" cy="225425"/>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6750" y="3182620"/>
            <a:ext cx="1615275" cy="225425"/>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6750" y="3535045"/>
            <a:ext cx="1224583" cy="225425"/>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6750" y="3887470"/>
            <a:ext cx="2185832" cy="225425"/>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6750" y="4239895"/>
            <a:ext cx="2087389" cy="225425"/>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9022"/>
            <a:ext cx="1594892" cy="162877"/>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48167" y="6149022"/>
            <a:ext cx="1233773" cy="162877"/>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returns-components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3" name="returns-components — background: returns-components / background-1 / 1" descr="Reusable background; independently movable vector artwork with PNG fallback."/>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800" y="1854200"/>
            <a:ext cx="11074400" cy="3937000"/>
          </a:xfrm>
          <a:prstGeom prst="rect">
            <a:avLst/>
          </a:prstGeom>
        </p:spPr>
      </p:pic>
      <p:pic>
        <p:nvPicPr>
          <p:cNvPr id="4" name="returns-components — illustration: returns-components / auth / 2" descr="Reusable illustration;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7100" y="2089150"/>
            <a:ext cx="1231900" cy="1092200"/>
          </a:xfrm>
          <a:prstGeom prst="rect">
            <a:avLst/>
          </a:prstGeom>
        </p:spPr>
      </p:pic>
      <p:pic>
        <p:nvPicPr>
          <p:cNvPr id="5" name="returns-components — label: returns-components / library-label-auth / 3" descr="Reusable label;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 y="3276600"/>
            <a:ext cx="1263650" cy="336550"/>
          </a:xfrm>
          <a:prstGeom prst="rect">
            <a:avLst/>
          </a:prstGeom>
        </p:spPr>
      </p:pic>
      <p:pic>
        <p:nvPicPr>
          <p:cNvPr id="6" name="returns-components — illustration: returns-components / signin / 4" descr="Reusable illustration;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24150" y="2070100"/>
            <a:ext cx="1250950" cy="977900"/>
          </a:xfrm>
          <a:prstGeom prst="rect">
            <a:avLst/>
          </a:prstGeom>
        </p:spPr>
      </p:pic>
      <p:pic>
        <p:nvPicPr>
          <p:cNvPr id="7" name="returns-components — label: returns-components / library-label-signin / 5" descr="Reusable label;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971800" y="3276600"/>
            <a:ext cx="768350" cy="336550"/>
          </a:xfrm>
          <a:prstGeom prst="rect">
            <a:avLst/>
          </a:prstGeom>
        </p:spPr>
      </p:pic>
      <p:pic>
        <p:nvPicPr>
          <p:cNvPr id="8" name="returns-components — illustration: returns-components / whole-kit / 6" descr="Reusable illustration;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14850" y="2076450"/>
            <a:ext cx="1320800" cy="1104900"/>
          </a:xfrm>
          <a:prstGeom prst="rect">
            <a:avLst/>
          </a:prstGeom>
        </p:spPr>
      </p:pic>
      <p:pic>
        <p:nvPicPr>
          <p:cNvPr id="9" name="returns-components — label: returns-components / library-label-whole-kit / 7" descr="Reusable label;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673600" y="3276600"/>
            <a:ext cx="1003300" cy="298450"/>
          </a:xfrm>
          <a:prstGeom prst="rect">
            <a:avLst/>
          </a:prstGeom>
        </p:spPr>
      </p:pic>
      <p:pic>
        <p:nvPicPr>
          <p:cNvPr id="10" name="returns-components — illustration: returns-components / exchange / 8" descr="Reusable illustration;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13500" y="1949450"/>
            <a:ext cx="1155700" cy="1276350"/>
          </a:xfrm>
          <a:prstGeom prst="rect">
            <a:avLst/>
          </a:prstGeom>
        </p:spPr>
      </p:pic>
      <p:pic>
        <p:nvPicPr>
          <p:cNvPr id="11" name="returns-components — label: returns-components / library-label-exchange / 9" descr="Reusable label;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77000" y="3276600"/>
            <a:ext cx="1035050" cy="336550"/>
          </a:xfrm>
          <a:prstGeom prst="rect">
            <a:avLst/>
          </a:prstGeom>
        </p:spPr>
      </p:pic>
      <p:pic>
        <p:nvPicPr>
          <p:cNvPr id="12" name="returns-components — illustration: returns-components / kit-part / 10" descr="Reusable illustration;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223250" y="2076450"/>
            <a:ext cx="1225550" cy="1130300"/>
          </a:xfrm>
          <a:prstGeom prst="rect">
            <a:avLst/>
          </a:prstGeom>
        </p:spPr>
      </p:pic>
      <p:pic>
        <p:nvPicPr>
          <p:cNvPr id="13" name="returns-components — label: returns-components / library-label-kit-part / 11" descr="Reusable label;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407400" y="3276600"/>
            <a:ext cx="812800" cy="330200"/>
          </a:xfrm>
          <a:prstGeom prst="rect">
            <a:avLst/>
          </a:prstGeom>
        </p:spPr>
      </p:pic>
      <p:pic>
        <p:nvPicPr>
          <p:cNvPr id="14" name="returns-components — illustration: returns-components / inventory / 12" descr="Reusable illustration;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033000" y="2076450"/>
            <a:ext cx="1181100" cy="1085850"/>
          </a:xfrm>
          <a:prstGeom prst="rect">
            <a:avLst/>
          </a:prstGeom>
        </p:spPr>
      </p:pic>
      <p:pic>
        <p:nvPicPr>
          <p:cNvPr id="15" name="returns-components — label: returns-components / library-label-inventory / 13" descr="Reusable label;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128250" y="3276600"/>
            <a:ext cx="996950" cy="336550"/>
          </a:xfrm>
          <a:prstGeom prst="rect">
            <a:avLst/>
          </a:prstGeom>
        </p:spPr>
      </p:pic>
      <p:pic>
        <p:nvPicPr>
          <p:cNvPr id="16" name="returns-components — illustration: returns-components / system-one / 14" descr="Reusable illustration;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96950" y="3911600"/>
            <a:ext cx="1098550" cy="1054100"/>
          </a:xfrm>
          <a:prstGeom prst="rect">
            <a:avLst/>
          </a:prstGeom>
        </p:spPr>
      </p:pic>
      <p:pic>
        <p:nvPicPr>
          <p:cNvPr id="17" name="returns-components — label: returns-components / library-label-system-one / 15" descr="Reusable label;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920750" y="5130800"/>
            <a:ext cx="1244600" cy="336550"/>
          </a:xfrm>
          <a:prstGeom prst="rect">
            <a:avLst/>
          </a:prstGeom>
        </p:spPr>
      </p:pic>
      <p:pic>
        <p:nvPicPr>
          <p:cNvPr id="18" name="returns-components — illustration: returns-components / frontier / 16" descr="Reusable illustration;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692400" y="3867150"/>
            <a:ext cx="1333500" cy="1155700"/>
          </a:xfrm>
          <a:prstGeom prst="rect">
            <a:avLst/>
          </a:prstGeom>
        </p:spPr>
      </p:pic>
      <p:pic>
        <p:nvPicPr>
          <p:cNvPr id="19" name="returns-components — label: returns-components / library-label-frontier / 17"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711450" y="5130800"/>
            <a:ext cx="1295400" cy="298450"/>
          </a:xfrm>
          <a:prstGeom prst="rect">
            <a:avLst/>
          </a:prstGeom>
        </p:spPr>
      </p:pic>
      <p:pic>
        <p:nvPicPr>
          <p:cNvPr id="20" name="returns-components — illustration: returns-components / review / 18" descr="Reusable illustration;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565650" y="4051300"/>
            <a:ext cx="1276350" cy="965200"/>
          </a:xfrm>
          <a:prstGeom prst="rect">
            <a:avLst/>
          </a:prstGeom>
        </p:spPr>
      </p:pic>
      <p:pic>
        <p:nvPicPr>
          <p:cNvPr id="21" name="returns-components — label: returns-components / library-label-review / 19" descr="Reusable label;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4464050" y="5130800"/>
            <a:ext cx="1435100" cy="298450"/>
          </a:xfrm>
          <a:prstGeom prst="rect">
            <a:avLst/>
          </a:prstGeom>
        </p:spPr>
      </p:pic>
      <p:pic>
        <p:nvPicPr>
          <p:cNvPr id="22" name="returns-components — illustration: returns-components / customer / 20" descr="Reusable illustration;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477000" y="3841750"/>
            <a:ext cx="1060450" cy="1206500"/>
          </a:xfrm>
          <a:prstGeom prst="rect">
            <a:avLst/>
          </a:prstGeom>
        </p:spPr>
      </p:pic>
      <p:pic>
        <p:nvPicPr>
          <p:cNvPr id="23" name="returns-components — label: returns-components / library-label-customer / 21" descr="Reusable label;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6477000" y="5130800"/>
            <a:ext cx="1041400" cy="298450"/>
          </a:xfrm>
          <a:prstGeom prst="rect">
            <a:avLst/>
          </a:prstGeom>
        </p:spPr>
      </p:pic>
      <p:pic>
        <p:nvPicPr>
          <p:cNvPr id="24" name="returns-components — illustration: returns-components / commit / 22" descr="Reusable illustration;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293100" y="3886200"/>
            <a:ext cx="1155700" cy="1149350"/>
          </a:xfrm>
          <a:prstGeom prst="rect">
            <a:avLst/>
          </a:prstGeom>
        </p:spPr>
      </p:pic>
      <p:pic>
        <p:nvPicPr>
          <p:cNvPr id="25" name="returns-components — label: returns-components / library-label-commit / 23" descr="Reusable label;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8108950" y="5130800"/>
            <a:ext cx="1403350" cy="298450"/>
          </a:xfrm>
          <a:prstGeom prst="rect">
            <a:avLst/>
          </a:prstGeom>
        </p:spPr>
      </p:pic>
      <p:pic>
        <p:nvPicPr>
          <p:cNvPr id="26" name="returns-components — illustration: returns-components / hold / 24" descr="Reusable illustration;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121900" y="3937000"/>
            <a:ext cx="1003300" cy="1003300"/>
          </a:xfrm>
          <a:prstGeom prst="rect">
            <a:avLst/>
          </a:prstGeom>
        </p:spPr>
      </p:pic>
      <p:pic>
        <p:nvPicPr>
          <p:cNvPr id="27" name="returns-components — label: returns-components / library-label-hold / 25" descr="Reusable label;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344150" y="5130800"/>
            <a:ext cx="558800" cy="298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