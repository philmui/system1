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31
Disaggregated
intelligence
Enterprise reasoning with
koa-action, Agent Graph
and AgentScript.
Specialized decisions, explicit workflows,
and reasoning where the case needs it.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output-shape contracts, permitted paths, and repeated-answer variation. Assess those separately from semantic correctness.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31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31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31
01 / ARCHITECTURE
Give each responsibility an owner
AgentScript
Defines contracts, sequencing, availability, and bound inputs
Agent Graph
Executes the workflow and retains task state
INTERPRET
koa-action
System One: bounded decisions
REASON
Generative model
Open-ended reasoning
+ grounded explanation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Locate the runtime within the broader agent harness.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31
02 / ENCODE THE SEQUENCE
Process knowledge becomes topology
A PROCESS BURIED IN INSTRUCTIONS
Before explaining an invoice, verify account access. Retrieve the invoice only when access is allowed. Keep the outage pending.
Definitions and evidence still belong in node context.
Verify caller + account access
Retrieve authorized invoice facts
Explain using those facts
Stop invoice path
Access recovery
or defined help route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06 / 31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07 / 31
03 / STEP 1
Start with a decision contract
QUESTION + INPUT
Which service route
is supported now?
Conversation so far
+ service category definitions.
APPLICATION LABELS · BOUNDARY EXAMPLES
“Charged twice.”	billing
“Charged twice; service down.”	mixed
“Something is wrong.”	unclear
Allowed answers
billingtechnicalaccount_accessmixedunclear
Valid but unclear
Ask within a clarification budget.
Timeout or invalid output
Bound retries; then hand off safely.
Neither path authorizes a transaction.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08 / 31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09 / 31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10 / 31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11 / 31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12 / 31
04 / CONTEXT IS PART OF TOPOLOGY
Each node sees a different view of the case
Conversation prefix + category definitions
Route decision
Trusted principal + account relationship
Access check
Request + authorized invoice facts
Explanation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13 / 31
04 / STEP 3
State preserves work across a branch
Route = mixed
Record invoice + outage as pending
Clarify priority
Ask which task to start
Billing active
Outage remains pending
Outage active
Resume once billing is resolved
Recorded handoff
Retain all outstanding work
billing selected
no choice
within budget
billing
resolved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14 / 31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 The left sketch is language-neutral design pseudocode, not valid AgentScript syntax or a documented adapter. It connects the required procedure, failure route, action gate and trusted argument binding to this case.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15 / 31
05 / STEP 4
Availability and required execution differ
DESIGN PSEUDOCODE
Control around
the model choice.
access = checkAccess(trustedAccount)
if access != allowed: go to recovery
facts = loadInvoice(trustedAccount)
offer explain(facts) when factsReady
keep outage.pending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billing path preserves the outage task
Section: 05
Purpose: Follow a constructed mixed-intent case and distinguish completion from accepted handoff.
Suggested speaking time: 1.6 minutes
TALKING POINTS
• The same customer asks about an invoice and an outage. The constructed classifier output is mixed, so the graph records two pending obligations.
• Advance to Explain: delivering the response leaves the invoice awaiting confirmation. Only the next event meets this example’s resolution condition.
• The graph resumes the outage task, then an identified queue accepts the handoff. The outage remains unresolved; the whole customer case is not yet complete.
• At the handoff, point out that the workflow preserved work and recorded a receiving owner. The service still owes the customer an outage outcome.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Invoice: Resolved; outage: Handed off. Technical support accepts the handoff; the outage remains unresolved.
Walkthrough: capture both requested obligations, prioritize billing, verify access, retrieve authorized facts, explain, confirm resolution, and resume the unresolved outage. The last state records technical support accepting the handoff; it does not claim the outage is 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16 / 31
05 / STEP 5
A billing path preserves the outage task
1
Interpret
koa-action
2
Prioritize
Customer
3
Verify
Service
4
Retrieve
Lookup
5
Explain
Reasoning
6
Confirm
Customer
7
Resume
Graph
8
Handoff
Queue accepts
Technical support accepts the handoff; the outage remains unresolved.
INVOICE
Resolved
Resolution requires
customer confirmation.
OUTAGE
Handed off
Accepted handoff preserves ownership.
It still leaves work unresolved.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17 / 31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18 / 31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19 / 31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the routing call replaced by a specialized decision. G does not include the later model call that explains the invoice. Every constant is invented for teaching.
• At p=0.20, candidate routing cost is 0.27 of one baseline unit. At p=0.93 the paths break even; at p=1, adding a decision makes the routing stage 7% more expensive.
• Whole-case savings must include any changed explanations, tools, retries, human work and unresolved obligations. Added development and maintenance investment also needs an explicit volume and horizon.
• The review queue in the previous synthetic gate example and the general-model routing fallback G here are different destinations. Measure the actual destination chosen by each workflow.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20 / 31
06 / INTERACTIVE BREAK-EVEN
Savings depend on avoiding expensive work
ROUTING STEP ONLY · INVENTED UNIT COSTS
Baseline = G
Candidate = D + O + pG
G = 1.00 expensive routing call
D = 0.03 specialized decision
O = 0.04 added orchestration
Routes still using G: 20%
HYPOTHETICAL ROUTING-STAGE ARITHMETIC
Baseline
Candidate
73% lower
0.27 normalized units
Break-even: D + O = (1 − p)G
Later explanation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21 / 31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22 / 31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23 / 31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24 / 31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25 / 31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blog/07-building-prod.md
These identifiers refer to the accompanying repository and are not broken file hyperlinks.
SLIDE TEXT REFERENCE
DISAGGREGATED INTELLIGENCE
26 / 31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ranges are schematic shapes, not results, effect sizes, or measurement precision. Their only purpose is to show how a predeclared limit is compared with an uncertainty bound. Limits and the analysis method must be chosen before testing.
• On the left, the upper bound on the increase in failed-case rate reaches beyond the maximum allowed loss. Quality has not passed even if the point estimate might look reassuring. On the right, the lower bound on saving per incoming case clears the minimum required gain. Both conditions must pass before rollout, so this candidate waits.
• The worked trace has an invoice resolved and an outage handed off with work still outstanding. At the fixed service deadline that is an incomplete case. An incorrect outcome or any unresolved requested task counts as a failed case; count each incoming case once.
• Consequential-action limits and response/resolution latency limits are additional gates. Assess harmful actions across all incoming cases and an independently defined relevant cohort shared by both systems. Record unresolved cases rather than averaging only completed service.
• The formal joint null is unacceptable quality loss OR insufficient saving. Failure to find a significant quality difference is insufficient evidence of acceptable equivalence. Predeclare sample size, grouping, and the uncertainty method; retain the statistical detail in the companion notes.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27 / 31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invoice resolved + outage pending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blog/07-building-prod.md
These identifiers refer to the accompanying repository and are not broken file hyperlinks.
SLIDE TEXT REFERENCE
DISAGGREGATED INTELLIGENCE
28 / 31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29 / 31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 Build assignment: draft the route question, mixed and unclear examples, the node’s input view, its guarded failure edge, and a full-case acceptance rule. The handout records this compact artifact.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30 / 31
10 / BUILD, MEASURE, REVISE
Start with one decision that changes the path
Give each decision
a purpose.
Give the workflow
a contract.
Complete both customer requests
within the reliability and cost limits.
01Write one bounded route question.
02Label mixed and unclear examples.
03Declare the node’s input view.
04Draw the guarded failure route.
05Define complete-case acceptance.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Tutorial evaluation protocol ↗ — blog/07-building-prod.md
Full training pipeline ↗ — assets/training-pipeline.svg
These identifiers refer to the accompanying repository and are not broken file hyperlinks.
SLIDE TEXT REFERENCE
DISAGGREGATED INTELLIGENCE
31 / 31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Tutorial evaluation protocol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6-1.png"/><Relationship Id="rId2" Type="http://schemas.openxmlformats.org/officeDocument/2006/relationships/image" Target="../media/image-6-2.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7-1.png"/><Relationship Id="rId2" Type="http://schemas.openxmlformats.org/officeDocument/2006/relationships/image" Target="../media/image-7-2.sv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8-1.png"/><Relationship Id="rId2" Type="http://schemas.openxmlformats.org/officeDocument/2006/relationships/image" Target="../media/image-8-2.sv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0-1.png"/><Relationship Id="rId2" Type="http://schemas.openxmlformats.org/officeDocument/2006/relationships/image" Target="../media/image-10-2.sv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1-1.png"/><Relationship Id="rId2" Type="http://schemas.openxmlformats.org/officeDocument/2006/relationships/image" Target="../media/image-11-2.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2-1.png"/><Relationship Id="rId2" Type="http://schemas.openxmlformats.org/officeDocument/2006/relationships/image" Target="../media/image-12-2.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5-1.png"/><Relationship Id="rId2" Type="http://schemas.openxmlformats.org/officeDocument/2006/relationships/image" Target="../media/image-15-2.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6-1.png"/><Relationship Id="rId2" Type="http://schemas.openxmlformats.org/officeDocument/2006/relationships/image" Target="../media/image-16-2.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1-1.png"/><Relationship Id="rId2" Type="http://schemas.openxmlformats.org/officeDocument/2006/relationships/image" Target="../media/image-21-2.sv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6-1.png"/><Relationship Id="rId2" Type="http://schemas.openxmlformats.org/officeDocument/2006/relationships/image" Target="../media/image-26-2.sv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29-1.png"/><Relationship Id="rId2" Type="http://schemas.openxmlformats.org/officeDocument/2006/relationships/image" Target="../media/image-29-2.sv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0-1.png"/><Relationship Id="rId2" Type="http://schemas.openxmlformats.org/officeDocument/2006/relationships/image" Target="../media/image-30-2.sv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1-1.png"/><Relationship Id="rId2" Type="http://schemas.openxmlformats.org/officeDocument/2006/relationships/image" Target="../media/image-31-2.svg"/><Relationship Id="rId20" Type="http://schemas.openxmlformats.org/officeDocument/2006/relationships/slideLayout" Target="../slideLayouts/slideLayout1.xml"/><Relationship Id="rId21"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trace — outlined slide artwork" descr="A billing path preserves the outage tas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252365"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v3</dc:title>
  <dc:subject>Disaggregated intelligence for enterprise agentic reasoning</dc:subject>
  <dc:creator>Salesforce · tutorial</dc:creator>
  <cp:lastModifiedBy>Salesforce · tutorial</cp:lastModifiedBy>
  <cp:revision>1</cp:revision>
  <dcterms:created xsi:type="dcterms:W3CDTF">2026-09-29T06:00:33Z</dcterms:created>
  <dcterms:modified xsi:type="dcterms:W3CDTF">2026-09-29T06:00:33Z</dcterms:modified>
</cp:coreProperties>
</file>